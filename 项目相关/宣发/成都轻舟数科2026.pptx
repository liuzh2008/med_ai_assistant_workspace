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9" r:id="rId6"/>
    <p:sldId id="257" r:id="rId7"/>
    <p:sldId id="258" r:id="rId8"/>
    <p:sldId id="260" r:id="rId9"/>
    <p:sldId id="261" r:id="rId10"/>
    <p:sldId id="262" r:id="rId11"/>
    <p:sldId id="263"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3243" autoAdjust="0"/>
  </p:normalViewPr>
  <p:slideViewPr>
    <p:cSldViewPr snapToGrid="0" showGuides="1">
      <p:cViewPr varScale="1">
        <p:scale>
          <a:sx n="82" d="100"/>
          <a:sy n="82" d="100"/>
        </p:scale>
        <p:origin x="69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大家好，欢迎参加今天的会议。今天我将向大家介绍一家致力于通过人工智能技术重塑医疗服务的创新企业</a:t>
            </a:r>
            <a:r>
              <a:rPr lang="en-US" sz="1400" b="0" i="0" u="none" strike="noStrike" dirty="0">
                <a:solidFill>
                  <a:srgbClr val="000000"/>
                </a:solidFill>
              </a:rPr>
              <a:t>——成都轻舟数科。我们的使命是“以AI驱动，重塑医疗服务新范式”，我们相信，“轻舟已过万重山”，AI技术将为医疗行业带来前所未有的变革。</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轻舟数科并非一时兴起，而是历经三年潜心研发，厚积薄发的成果。我们投入了超过300万资金，在2025年取得了关键技术突破，从而正式独立运营。我们的核心团队由15名来自AI、大数据、临床医学等领域的顶尖专家组成，深刻理解医疗的技术专家，才能做出真正解决医疗问题的好产品。</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前，中国医疗行业正面临深刻的变革。一方面是政策的推动，另一方面，行业内部长期存在的痛点也日益凸显。我们将其总结为“三重门”：临床决策的能力鸿沟，导致医疗水平参差不齐；临床工作的效率枷锁，让医生疲于应付文书；以及医院运营的效益瓶颈，在新的医保政策下面临巨大挑战。跨越这“三重门”，正是轻舟数科的使命所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面对挑战，我们的愿景是成为全球领先的智慧医疗解决方案提供商，让优质医疗服务触手可及。</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我们的使命是辅助医疗行业高效、规范、可持续地发展。我们致力于赋能医生、优化管理、普惠健康，分别解决医生回归诊疗、医院精细化运营、以及分级诊疗落地的痛点。</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我们的宗旨，正如“轻舟”之名，是希望利用AI技术的力量，帮助医疗行业轻松跨越发展中的各种障碍，平稳、快速地驶向高效、规范、健康的未来。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产品是“轻舟智慧医疗平台”，一个一体化的解决方案。它通过数据层、算法层和应用层的协同工作，将AI能力赋能给临床医生和医院管理者。平台包含三大核心功能模块：AI临床决策支持、智能病历书写和DRG精细化运营分析，旨在为医生、医院和患者创造全方位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我们的第一个核心功能是AI临床决策支持系统。它就像一个“超级大脑”，能够深度分析病例数据，为医生提供精准的鉴别诊断和治疗方案建议。</a:t>
            </a:r>
            <a:endParaRPr lang="en-US" sz="1400" b="0" i="0" u="none" strike="noStrike" dirty="0">
              <a:solidFill>
                <a:srgbClr val="000000"/>
              </a:solidFill>
            </a:endParaRPr>
          </a:p>
          <a:p>
            <a:pPr indent="0" algn="l">
              <a:lnSpc>
                <a:spcPct val="100000"/>
              </a:lnSpc>
            </a:pPr>
            <a:r>
              <a:rPr lang="en-US" sz="1400" b="0" i="0" u="none" strike="noStrike" dirty="0" err="1">
                <a:solidFill>
                  <a:srgbClr val="000000"/>
                </a:solidFill>
              </a:rPr>
              <a:t>对于青年医生，它能加速经验积累；对于资深医生，它能帮助突破专业瓶颈，实现能力进阶</a:t>
            </a:r>
            <a:r>
              <a:rPr lang="en-US" sz="1400" b="0" i="0" u="none" strike="noStrike" dirty="0">
                <a:solidFill>
                  <a:srgbClr val="000000"/>
                </a:solidFill>
              </a:rPr>
              <a:t>。</a:t>
            </a:r>
            <a:endParaRPr lang="en-US" sz="1400" b="0" i="0" u="none" strike="noStrike" dirty="0">
              <a:solidFill>
                <a:srgbClr val="000000"/>
              </a:solidFill>
            </a:endParaRPr>
          </a:p>
          <a:p>
            <a:pPr indent="0" algn="l">
              <a:lnSpc>
                <a:spcPct val="100000"/>
              </a:lnSpc>
            </a:pPr>
            <a:r>
              <a:rPr lang="en-US" sz="1400" b="0" i="0" u="none" strike="noStrike" dirty="0" err="1">
                <a:solidFill>
                  <a:srgbClr val="000000"/>
                </a:solidFill>
              </a:rPr>
              <a:t>这是从传统的经验依赖到现代数据驱动的转变</a:t>
            </a:r>
            <a:r>
              <a:rPr lang="en-US" sz="1400" b="0" i="0" u="none" strike="noStrike" dirty="0">
                <a:solidFill>
                  <a:srgbClr val="000000"/>
                </a:solidFill>
              </a:rPr>
              <a:t>。</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第二个核心功能是智能病历书写系统。它旨在通过AI技术彻底改变医生被文书工作束缚的现状。系统可以自动生成规范、合规的病历，据测算能将医生的文书时间缩短70%以上。我们的目标很简单：让医生告别繁琐，回归诊疗核心，回归医者仁心的本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核心功能是DRG精细化运营分析系统。在DRG付费时代，医院的运营管理能力至关重要。我们的系统通过入组预测、过程监控和智能质控，帮助医院实现从“开源”到“节流”的智慧转型。它能规范诊疗流程，合理控制成本，最终有效提升医院的收益空间，确保医院在新的医保体系下稳健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展望未来，轻舟数科将继续深耕智慧医疗领域。我们有清晰的发展路线图，从产品深化到市场拓展，再到国际化探索</a:t>
            </a:r>
            <a:r>
              <a:rPr lang="en-US" sz="1400" b="0" i="0" u="none" strike="noStrike" dirty="0">
                <a:solidFill>
                  <a:srgbClr val="000000"/>
                </a:solidFill>
              </a:rPr>
              <a:t>。</a:t>
            </a:r>
            <a:endParaRPr lang="en-US" sz="1400" b="0" i="0" u="none" strike="noStrike" dirty="0">
              <a:solidFill>
                <a:srgbClr val="000000"/>
              </a:solidFill>
            </a:endParaRPr>
          </a:p>
          <a:p>
            <a:pPr indent="0" algn="l">
              <a:lnSpc>
                <a:spcPct val="100000"/>
              </a:lnSpc>
            </a:pPr>
            <a:r>
              <a:rPr lang="en-US" sz="1400" b="0" i="0" u="none" strike="noStrike" dirty="0" err="1">
                <a:solidFill>
                  <a:srgbClr val="000000"/>
                </a:solidFill>
              </a:rPr>
              <a:t>我们正在寻找志同道合的合作伙伴，无论是医疗机构、投资机构还是行业人才，我们都诚挚地邀请您加入我们，携手共创智慧医疗的新未来</a:t>
            </a:r>
            <a:r>
              <a:rPr lang="en-US" sz="1400" b="0" i="0" u="none" strike="noStrike" dirty="0">
                <a:solidFill>
                  <a:srgbClr val="000000"/>
                </a:solidFill>
              </a:rPr>
              <a:t>。</a:t>
            </a:r>
            <a:endParaRPr lang="en-US" sz="1400" b="0" i="0" u="none" strike="noStrike" dirty="0">
              <a:solidFill>
                <a:srgbClr val="000000"/>
              </a:solidFill>
            </a:endParaRPr>
          </a:p>
          <a:p>
            <a:pPr indent="0" algn="l">
              <a:lnSpc>
                <a:spcPct val="100000"/>
              </a:lnSpc>
            </a:pPr>
            <a:r>
              <a:rPr lang="en-US" sz="1400" b="0" i="0" u="none" strike="noStrike" dirty="0" err="1">
                <a:solidFill>
                  <a:srgbClr val="000000"/>
                </a:solidFill>
              </a:rPr>
              <a:t>再次感谢大家的聆听</a:t>
            </a:r>
            <a:r>
              <a:rPr lang="en-US" sz="1400" b="0" i="0" u="none" strike="noStrike" dirty="0">
                <a:solidFill>
                  <a:srgbClr val="000000"/>
                </a:solidFill>
              </a:rPr>
              <a:t>！</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jpeg"/><Relationship Id="rId10" Type="http://schemas.openxmlformats.org/officeDocument/2006/relationships/notesSlide" Target="../notesSlides/notesSl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jpeg"/><Relationship Id="rId10" Type="http://schemas.openxmlformats.org/officeDocument/2006/relationships/notesSlide" Target="../notesSlides/notesSlide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27.svg"/><Relationship Id="rId11" Type="http://schemas.openxmlformats.org/officeDocument/2006/relationships/image" Target="../media/image26.png"/><Relationship Id="rId10" Type="http://schemas.openxmlformats.org/officeDocument/2006/relationships/image" Target="../media/image25.svg"/><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4.jpeg"/></Relationships>
</file>

<file path=ppt/slides/_rels/slide7.xml.rels><?xml version="1.0" encoding="UTF-8" standalone="yes"?>
<Relationships xmlns="http://schemas.openxmlformats.org/package/2006/relationships"><Relationship Id="rId9" Type="http://schemas.openxmlformats.org/officeDocument/2006/relationships/image" Target="../media/image43.jpeg"/><Relationship Id="rId8" Type="http://schemas.openxmlformats.org/officeDocument/2006/relationships/image" Target="../media/image42.svg"/><Relationship Id="rId7" Type="http://schemas.openxmlformats.org/officeDocument/2006/relationships/image" Target="../media/image41.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svg"/><Relationship Id="rId11" Type="http://schemas.openxmlformats.org/officeDocument/2006/relationships/notesSlide" Target="../notesSlides/notesSlide7.xml"/><Relationship Id="rId10" Type="http://schemas.openxmlformats.org/officeDocument/2006/relationships/slideLayout" Target="../slideLayouts/slideLayout12.xml"/><Relationship Id="rId1"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4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b="17391"/>
          <a:stretch>
            <a:fillRect/>
          </a:stretch>
        </p:blipFill>
        <p:spPr>
          <a:xfrm>
            <a:off x="292100" y="177800"/>
            <a:ext cx="11595100" cy="4343400"/>
          </a:xfrm>
          <a:prstGeom prst="rect">
            <a:avLst/>
          </a:prstGeom>
          <a:noFill/>
          <a:ln w="25400" cap="flat" cmpd="sng">
            <a:noFill/>
            <a:prstDash val="solid"/>
            <a:round/>
          </a:ln>
        </p:spPr>
      </p:pic>
      <p:sp>
        <p:nvSpPr>
          <p:cNvPr id="3" name="AutoShape 3"/>
          <p:cNvSpPr/>
          <p:nvPr/>
        </p:nvSpPr>
        <p:spPr>
          <a:xfrm>
            <a:off x="1981200" y="1473200"/>
            <a:ext cx="571500" cy="5588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4" name="Freeform 4"/>
          <p:cNvSpPr/>
          <p:nvPr/>
        </p:nvSpPr>
        <p:spPr>
          <a:xfrm>
            <a:off x="2108200" y="1536700"/>
            <a:ext cx="312664" cy="394418"/>
          </a:xfrm>
          <a:custGeom>
            <a:avLst/>
            <a:gdLst/>
            <a:ahLst/>
            <a:cxnLst/>
            <a:rect l="l" t="t" r="r" b="b"/>
            <a:pathLst>
              <a:path w="312664" h="394418">
                <a:moveTo>
                  <a:pt x="89620" y="177621"/>
                </a:moveTo>
                <a:lnTo>
                  <a:pt x="90270" y="178327"/>
                </a:lnTo>
                <a:lnTo>
                  <a:pt x="91393" y="179741"/>
                </a:lnTo>
                <a:lnTo>
                  <a:pt x="92575" y="181036"/>
                </a:lnTo>
                <a:lnTo>
                  <a:pt x="95000" y="183744"/>
                </a:lnTo>
                <a:lnTo>
                  <a:pt x="97483" y="186276"/>
                </a:lnTo>
                <a:lnTo>
                  <a:pt x="100142" y="188749"/>
                </a:lnTo>
                <a:lnTo>
                  <a:pt x="102803" y="191045"/>
                </a:lnTo>
                <a:lnTo>
                  <a:pt x="105640" y="193283"/>
                </a:lnTo>
                <a:lnTo>
                  <a:pt x="108537" y="195402"/>
                </a:lnTo>
                <a:lnTo>
                  <a:pt x="111434" y="197405"/>
                </a:lnTo>
                <a:lnTo>
                  <a:pt x="114507" y="199288"/>
                </a:lnTo>
                <a:lnTo>
                  <a:pt x="117582" y="201055"/>
                </a:lnTo>
                <a:lnTo>
                  <a:pt x="120833" y="202645"/>
                </a:lnTo>
                <a:lnTo>
                  <a:pt x="124026" y="204175"/>
                </a:lnTo>
                <a:lnTo>
                  <a:pt x="127335" y="205589"/>
                </a:lnTo>
                <a:lnTo>
                  <a:pt x="130646" y="206826"/>
                </a:lnTo>
                <a:lnTo>
                  <a:pt x="134075" y="207943"/>
                </a:lnTo>
                <a:lnTo>
                  <a:pt x="137504" y="208886"/>
                </a:lnTo>
                <a:lnTo>
                  <a:pt x="136736" y="209828"/>
                </a:lnTo>
                <a:lnTo>
                  <a:pt x="136026" y="210652"/>
                </a:lnTo>
                <a:lnTo>
                  <a:pt x="135376" y="211536"/>
                </a:lnTo>
                <a:lnTo>
                  <a:pt x="134666" y="212537"/>
                </a:lnTo>
                <a:lnTo>
                  <a:pt x="134134" y="213479"/>
                </a:lnTo>
                <a:lnTo>
                  <a:pt x="133543" y="214480"/>
                </a:lnTo>
                <a:lnTo>
                  <a:pt x="133011" y="215481"/>
                </a:lnTo>
                <a:lnTo>
                  <a:pt x="132538" y="216540"/>
                </a:lnTo>
                <a:lnTo>
                  <a:pt x="132183" y="217541"/>
                </a:lnTo>
                <a:lnTo>
                  <a:pt x="131829" y="218660"/>
                </a:lnTo>
                <a:lnTo>
                  <a:pt x="131474" y="219720"/>
                </a:lnTo>
                <a:lnTo>
                  <a:pt x="131237" y="220897"/>
                </a:lnTo>
                <a:lnTo>
                  <a:pt x="131060" y="221958"/>
                </a:lnTo>
                <a:lnTo>
                  <a:pt x="130824" y="223135"/>
                </a:lnTo>
                <a:lnTo>
                  <a:pt x="130764" y="224312"/>
                </a:lnTo>
                <a:lnTo>
                  <a:pt x="130705" y="225490"/>
                </a:lnTo>
                <a:lnTo>
                  <a:pt x="130764" y="226845"/>
                </a:lnTo>
                <a:lnTo>
                  <a:pt x="130882" y="228140"/>
                </a:lnTo>
                <a:lnTo>
                  <a:pt x="131119" y="229436"/>
                </a:lnTo>
                <a:lnTo>
                  <a:pt x="131356" y="230671"/>
                </a:lnTo>
                <a:lnTo>
                  <a:pt x="131651" y="231908"/>
                </a:lnTo>
                <a:lnTo>
                  <a:pt x="132006" y="233204"/>
                </a:lnTo>
                <a:lnTo>
                  <a:pt x="132479" y="234381"/>
                </a:lnTo>
                <a:lnTo>
                  <a:pt x="132951" y="235558"/>
                </a:lnTo>
                <a:lnTo>
                  <a:pt x="133601" y="236677"/>
                </a:lnTo>
                <a:lnTo>
                  <a:pt x="134193" y="237796"/>
                </a:lnTo>
                <a:lnTo>
                  <a:pt x="134844" y="238857"/>
                </a:lnTo>
                <a:lnTo>
                  <a:pt x="135612" y="239916"/>
                </a:lnTo>
                <a:lnTo>
                  <a:pt x="136380" y="240916"/>
                </a:lnTo>
                <a:lnTo>
                  <a:pt x="137208" y="241918"/>
                </a:lnTo>
                <a:lnTo>
                  <a:pt x="138154" y="242860"/>
                </a:lnTo>
                <a:lnTo>
                  <a:pt x="139041" y="243685"/>
                </a:lnTo>
                <a:lnTo>
                  <a:pt x="125148" y="347784"/>
                </a:lnTo>
                <a:lnTo>
                  <a:pt x="159022" y="380522"/>
                </a:lnTo>
                <a:lnTo>
                  <a:pt x="191891" y="347784"/>
                </a:lnTo>
                <a:lnTo>
                  <a:pt x="177998" y="243685"/>
                </a:lnTo>
                <a:lnTo>
                  <a:pt x="179003" y="242801"/>
                </a:lnTo>
                <a:lnTo>
                  <a:pt x="179831" y="241859"/>
                </a:lnTo>
                <a:lnTo>
                  <a:pt x="180717" y="240858"/>
                </a:lnTo>
                <a:lnTo>
                  <a:pt x="181486" y="239916"/>
                </a:lnTo>
                <a:lnTo>
                  <a:pt x="182195" y="238797"/>
                </a:lnTo>
                <a:lnTo>
                  <a:pt x="182904" y="237796"/>
                </a:lnTo>
                <a:lnTo>
                  <a:pt x="183554" y="236619"/>
                </a:lnTo>
                <a:lnTo>
                  <a:pt x="184086" y="235500"/>
                </a:lnTo>
                <a:lnTo>
                  <a:pt x="184560" y="234323"/>
                </a:lnTo>
                <a:lnTo>
                  <a:pt x="185092" y="233145"/>
                </a:lnTo>
                <a:lnTo>
                  <a:pt x="185447" y="231908"/>
                </a:lnTo>
                <a:lnTo>
                  <a:pt x="185743" y="230671"/>
                </a:lnTo>
                <a:lnTo>
                  <a:pt x="185979" y="229436"/>
                </a:lnTo>
                <a:lnTo>
                  <a:pt x="186157" y="228081"/>
                </a:lnTo>
                <a:lnTo>
                  <a:pt x="186275" y="226845"/>
                </a:lnTo>
                <a:lnTo>
                  <a:pt x="186275" y="225490"/>
                </a:lnTo>
                <a:lnTo>
                  <a:pt x="186275" y="224312"/>
                </a:lnTo>
                <a:lnTo>
                  <a:pt x="186215" y="223253"/>
                </a:lnTo>
                <a:lnTo>
                  <a:pt x="186097" y="222193"/>
                </a:lnTo>
                <a:lnTo>
                  <a:pt x="185919" y="221134"/>
                </a:lnTo>
                <a:lnTo>
                  <a:pt x="185683" y="220073"/>
                </a:lnTo>
                <a:lnTo>
                  <a:pt x="185447" y="219072"/>
                </a:lnTo>
                <a:lnTo>
                  <a:pt x="185151" y="218072"/>
                </a:lnTo>
                <a:lnTo>
                  <a:pt x="184737" y="217071"/>
                </a:lnTo>
                <a:lnTo>
                  <a:pt x="184323" y="216129"/>
                </a:lnTo>
                <a:lnTo>
                  <a:pt x="183910" y="215128"/>
                </a:lnTo>
                <a:lnTo>
                  <a:pt x="183436" y="214244"/>
                </a:lnTo>
                <a:lnTo>
                  <a:pt x="182964" y="213302"/>
                </a:lnTo>
                <a:lnTo>
                  <a:pt x="182314" y="212419"/>
                </a:lnTo>
                <a:lnTo>
                  <a:pt x="181781" y="211477"/>
                </a:lnTo>
                <a:lnTo>
                  <a:pt x="181131" y="210652"/>
                </a:lnTo>
                <a:lnTo>
                  <a:pt x="180541" y="209828"/>
                </a:lnTo>
                <a:lnTo>
                  <a:pt x="183850" y="209004"/>
                </a:lnTo>
                <a:lnTo>
                  <a:pt x="187220" y="208062"/>
                </a:lnTo>
                <a:lnTo>
                  <a:pt x="190530" y="207002"/>
                </a:lnTo>
                <a:lnTo>
                  <a:pt x="193841" y="205824"/>
                </a:lnTo>
                <a:lnTo>
                  <a:pt x="197033" y="204470"/>
                </a:lnTo>
                <a:lnTo>
                  <a:pt x="200226" y="203116"/>
                </a:lnTo>
                <a:lnTo>
                  <a:pt x="203299" y="201526"/>
                </a:lnTo>
                <a:lnTo>
                  <a:pt x="206374" y="199818"/>
                </a:lnTo>
                <a:lnTo>
                  <a:pt x="209329" y="198053"/>
                </a:lnTo>
                <a:lnTo>
                  <a:pt x="212226" y="196110"/>
                </a:lnTo>
                <a:lnTo>
                  <a:pt x="215123" y="194107"/>
                </a:lnTo>
                <a:lnTo>
                  <a:pt x="217842" y="191987"/>
                </a:lnTo>
                <a:lnTo>
                  <a:pt x="220561" y="189749"/>
                </a:lnTo>
                <a:lnTo>
                  <a:pt x="223103" y="187395"/>
                </a:lnTo>
                <a:lnTo>
                  <a:pt x="225586" y="184981"/>
                </a:lnTo>
                <a:lnTo>
                  <a:pt x="228069" y="182448"/>
                </a:lnTo>
                <a:lnTo>
                  <a:pt x="228719" y="181800"/>
                </a:lnTo>
                <a:lnTo>
                  <a:pt x="229429" y="182390"/>
                </a:lnTo>
                <a:lnTo>
                  <a:pt x="234039" y="185923"/>
                </a:lnTo>
                <a:lnTo>
                  <a:pt x="238473" y="189573"/>
                </a:lnTo>
                <a:lnTo>
                  <a:pt x="242848" y="193342"/>
                </a:lnTo>
                <a:lnTo>
                  <a:pt x="245095" y="195226"/>
                </a:lnTo>
                <a:lnTo>
                  <a:pt x="247164" y="197169"/>
                </a:lnTo>
                <a:lnTo>
                  <a:pt x="249232" y="199170"/>
                </a:lnTo>
                <a:lnTo>
                  <a:pt x="251301" y="201173"/>
                </a:lnTo>
                <a:lnTo>
                  <a:pt x="253370" y="203175"/>
                </a:lnTo>
                <a:lnTo>
                  <a:pt x="255380" y="205176"/>
                </a:lnTo>
                <a:lnTo>
                  <a:pt x="257331" y="207179"/>
                </a:lnTo>
                <a:lnTo>
                  <a:pt x="259282" y="209299"/>
                </a:lnTo>
                <a:lnTo>
                  <a:pt x="261233" y="211418"/>
                </a:lnTo>
                <a:lnTo>
                  <a:pt x="263125" y="213538"/>
                </a:lnTo>
                <a:lnTo>
                  <a:pt x="264958" y="215716"/>
                </a:lnTo>
                <a:lnTo>
                  <a:pt x="266790" y="217895"/>
                </a:lnTo>
                <a:lnTo>
                  <a:pt x="268563" y="220133"/>
                </a:lnTo>
                <a:lnTo>
                  <a:pt x="270337" y="222429"/>
                </a:lnTo>
                <a:lnTo>
                  <a:pt x="272052" y="224666"/>
                </a:lnTo>
                <a:lnTo>
                  <a:pt x="273766" y="226963"/>
                </a:lnTo>
                <a:lnTo>
                  <a:pt x="275481" y="229318"/>
                </a:lnTo>
                <a:lnTo>
                  <a:pt x="277076" y="231673"/>
                </a:lnTo>
                <a:lnTo>
                  <a:pt x="278672" y="234028"/>
                </a:lnTo>
                <a:lnTo>
                  <a:pt x="280269" y="236442"/>
                </a:lnTo>
                <a:lnTo>
                  <a:pt x="281805" y="238915"/>
                </a:lnTo>
                <a:lnTo>
                  <a:pt x="283284" y="241329"/>
                </a:lnTo>
                <a:lnTo>
                  <a:pt x="284762" y="243920"/>
                </a:lnTo>
                <a:lnTo>
                  <a:pt x="286181" y="246451"/>
                </a:lnTo>
                <a:lnTo>
                  <a:pt x="287599" y="248983"/>
                </a:lnTo>
                <a:lnTo>
                  <a:pt x="288958" y="251574"/>
                </a:lnTo>
                <a:lnTo>
                  <a:pt x="290318" y="254165"/>
                </a:lnTo>
                <a:lnTo>
                  <a:pt x="291559" y="256874"/>
                </a:lnTo>
                <a:lnTo>
                  <a:pt x="292861" y="259582"/>
                </a:lnTo>
                <a:lnTo>
                  <a:pt x="294043" y="262291"/>
                </a:lnTo>
                <a:lnTo>
                  <a:pt x="295284" y="264999"/>
                </a:lnTo>
                <a:lnTo>
                  <a:pt x="296407" y="267884"/>
                </a:lnTo>
                <a:lnTo>
                  <a:pt x="297531" y="270652"/>
                </a:lnTo>
                <a:lnTo>
                  <a:pt x="298595" y="273478"/>
                </a:lnTo>
                <a:lnTo>
                  <a:pt x="299659" y="276422"/>
                </a:lnTo>
                <a:lnTo>
                  <a:pt x="300604" y="279307"/>
                </a:lnTo>
                <a:lnTo>
                  <a:pt x="301610" y="282251"/>
                </a:lnTo>
                <a:lnTo>
                  <a:pt x="302496" y="285253"/>
                </a:lnTo>
                <a:lnTo>
                  <a:pt x="303442" y="288257"/>
                </a:lnTo>
                <a:lnTo>
                  <a:pt x="304269" y="291377"/>
                </a:lnTo>
                <a:lnTo>
                  <a:pt x="305037" y="294439"/>
                </a:lnTo>
                <a:lnTo>
                  <a:pt x="305866" y="297619"/>
                </a:lnTo>
                <a:lnTo>
                  <a:pt x="306575" y="300740"/>
                </a:lnTo>
                <a:lnTo>
                  <a:pt x="307284" y="303919"/>
                </a:lnTo>
                <a:lnTo>
                  <a:pt x="307934" y="307157"/>
                </a:lnTo>
                <a:lnTo>
                  <a:pt x="308585" y="310454"/>
                </a:lnTo>
                <a:lnTo>
                  <a:pt x="309117" y="313752"/>
                </a:lnTo>
                <a:lnTo>
                  <a:pt x="309709" y="317108"/>
                </a:lnTo>
                <a:lnTo>
                  <a:pt x="310181" y="320464"/>
                </a:lnTo>
                <a:lnTo>
                  <a:pt x="310595" y="323938"/>
                </a:lnTo>
                <a:lnTo>
                  <a:pt x="311009" y="327354"/>
                </a:lnTo>
                <a:lnTo>
                  <a:pt x="311363" y="330886"/>
                </a:lnTo>
                <a:lnTo>
                  <a:pt x="311659" y="334419"/>
                </a:lnTo>
                <a:lnTo>
                  <a:pt x="312014" y="337952"/>
                </a:lnTo>
                <a:lnTo>
                  <a:pt x="312250" y="341602"/>
                </a:lnTo>
                <a:lnTo>
                  <a:pt x="312428" y="345253"/>
                </a:lnTo>
                <a:lnTo>
                  <a:pt x="312605" y="348903"/>
                </a:lnTo>
                <a:lnTo>
                  <a:pt x="312664" y="352671"/>
                </a:lnTo>
                <a:lnTo>
                  <a:pt x="312664" y="353261"/>
                </a:lnTo>
                <a:lnTo>
                  <a:pt x="312191" y="353555"/>
                </a:lnTo>
                <a:lnTo>
                  <a:pt x="307876" y="356028"/>
                </a:lnTo>
                <a:lnTo>
                  <a:pt x="303501" y="358442"/>
                </a:lnTo>
                <a:lnTo>
                  <a:pt x="299127" y="360738"/>
                </a:lnTo>
                <a:lnTo>
                  <a:pt x="294693" y="362976"/>
                </a:lnTo>
                <a:lnTo>
                  <a:pt x="290200" y="365154"/>
                </a:lnTo>
                <a:lnTo>
                  <a:pt x="285707" y="367274"/>
                </a:lnTo>
                <a:lnTo>
                  <a:pt x="281155" y="369277"/>
                </a:lnTo>
                <a:lnTo>
                  <a:pt x="276603" y="371220"/>
                </a:lnTo>
                <a:lnTo>
                  <a:pt x="272052" y="373103"/>
                </a:lnTo>
                <a:lnTo>
                  <a:pt x="267440" y="374928"/>
                </a:lnTo>
                <a:lnTo>
                  <a:pt x="262829" y="376578"/>
                </a:lnTo>
                <a:lnTo>
                  <a:pt x="258159" y="378226"/>
                </a:lnTo>
                <a:lnTo>
                  <a:pt x="253430" y="379815"/>
                </a:lnTo>
                <a:lnTo>
                  <a:pt x="248700" y="381229"/>
                </a:lnTo>
                <a:lnTo>
                  <a:pt x="243971" y="382701"/>
                </a:lnTo>
                <a:lnTo>
                  <a:pt x="239243" y="383996"/>
                </a:lnTo>
                <a:lnTo>
                  <a:pt x="234453" y="385233"/>
                </a:lnTo>
                <a:lnTo>
                  <a:pt x="229606" y="386410"/>
                </a:lnTo>
                <a:lnTo>
                  <a:pt x="224818" y="387529"/>
                </a:lnTo>
                <a:lnTo>
                  <a:pt x="220030" y="388530"/>
                </a:lnTo>
                <a:lnTo>
                  <a:pt x="215182" y="389472"/>
                </a:lnTo>
                <a:lnTo>
                  <a:pt x="210275" y="390355"/>
                </a:lnTo>
                <a:lnTo>
                  <a:pt x="205369" y="391121"/>
                </a:lnTo>
                <a:lnTo>
                  <a:pt x="200522" y="391768"/>
                </a:lnTo>
                <a:lnTo>
                  <a:pt x="195614" y="392416"/>
                </a:lnTo>
                <a:lnTo>
                  <a:pt x="190649" y="392946"/>
                </a:lnTo>
                <a:lnTo>
                  <a:pt x="185743" y="393358"/>
                </a:lnTo>
                <a:lnTo>
                  <a:pt x="180777" y="393711"/>
                </a:lnTo>
                <a:lnTo>
                  <a:pt x="175811" y="394006"/>
                </a:lnTo>
                <a:lnTo>
                  <a:pt x="170845" y="394301"/>
                </a:lnTo>
                <a:lnTo>
                  <a:pt x="165880" y="394418"/>
                </a:lnTo>
                <a:lnTo>
                  <a:pt x="160914" y="394418"/>
                </a:lnTo>
                <a:lnTo>
                  <a:pt x="155593" y="394418"/>
                </a:lnTo>
                <a:lnTo>
                  <a:pt x="150273" y="394241"/>
                </a:lnTo>
                <a:lnTo>
                  <a:pt x="144953" y="393948"/>
                </a:lnTo>
                <a:lnTo>
                  <a:pt x="139691" y="393653"/>
                </a:lnTo>
                <a:lnTo>
                  <a:pt x="134430" y="393240"/>
                </a:lnTo>
                <a:lnTo>
                  <a:pt x="129168" y="392769"/>
                </a:lnTo>
                <a:lnTo>
                  <a:pt x="123908" y="392181"/>
                </a:lnTo>
                <a:lnTo>
                  <a:pt x="118704" y="391415"/>
                </a:lnTo>
                <a:lnTo>
                  <a:pt x="113444" y="390649"/>
                </a:lnTo>
                <a:lnTo>
                  <a:pt x="108241" y="389767"/>
                </a:lnTo>
                <a:lnTo>
                  <a:pt x="103099" y="388766"/>
                </a:lnTo>
                <a:lnTo>
                  <a:pt x="97895" y="387706"/>
                </a:lnTo>
                <a:lnTo>
                  <a:pt x="92753" y="386587"/>
                </a:lnTo>
                <a:lnTo>
                  <a:pt x="87610" y="385291"/>
                </a:lnTo>
                <a:lnTo>
                  <a:pt x="82526" y="383996"/>
                </a:lnTo>
                <a:lnTo>
                  <a:pt x="77500" y="382582"/>
                </a:lnTo>
                <a:lnTo>
                  <a:pt x="72417" y="381052"/>
                </a:lnTo>
                <a:lnTo>
                  <a:pt x="67393" y="379522"/>
                </a:lnTo>
                <a:lnTo>
                  <a:pt x="62427" y="377814"/>
                </a:lnTo>
                <a:lnTo>
                  <a:pt x="57461" y="376047"/>
                </a:lnTo>
                <a:lnTo>
                  <a:pt x="52554" y="374164"/>
                </a:lnTo>
                <a:lnTo>
                  <a:pt x="47648" y="372220"/>
                </a:lnTo>
                <a:lnTo>
                  <a:pt x="42800" y="370159"/>
                </a:lnTo>
                <a:lnTo>
                  <a:pt x="37893" y="368040"/>
                </a:lnTo>
                <a:lnTo>
                  <a:pt x="33105" y="365802"/>
                </a:lnTo>
                <a:lnTo>
                  <a:pt x="28376" y="363506"/>
                </a:lnTo>
                <a:lnTo>
                  <a:pt x="23646" y="361151"/>
                </a:lnTo>
                <a:lnTo>
                  <a:pt x="18917" y="358677"/>
                </a:lnTo>
                <a:lnTo>
                  <a:pt x="14247" y="356146"/>
                </a:lnTo>
                <a:lnTo>
                  <a:pt x="9635" y="353555"/>
                </a:lnTo>
                <a:lnTo>
                  <a:pt x="5084" y="350788"/>
                </a:lnTo>
                <a:lnTo>
                  <a:pt x="532" y="347961"/>
                </a:lnTo>
                <a:lnTo>
                  <a:pt x="0" y="350375"/>
                </a:lnTo>
                <a:lnTo>
                  <a:pt x="0" y="347078"/>
                </a:lnTo>
                <a:lnTo>
                  <a:pt x="178" y="343310"/>
                </a:lnTo>
                <a:lnTo>
                  <a:pt x="414" y="339542"/>
                </a:lnTo>
                <a:lnTo>
                  <a:pt x="650" y="335773"/>
                </a:lnTo>
                <a:lnTo>
                  <a:pt x="1005" y="332181"/>
                </a:lnTo>
                <a:lnTo>
                  <a:pt x="1300" y="328531"/>
                </a:lnTo>
                <a:lnTo>
                  <a:pt x="1714" y="324880"/>
                </a:lnTo>
                <a:lnTo>
                  <a:pt x="2187" y="321407"/>
                </a:lnTo>
                <a:lnTo>
                  <a:pt x="2661" y="317873"/>
                </a:lnTo>
                <a:lnTo>
                  <a:pt x="3193" y="314400"/>
                </a:lnTo>
                <a:lnTo>
                  <a:pt x="3724" y="310985"/>
                </a:lnTo>
                <a:lnTo>
                  <a:pt x="4374" y="307570"/>
                </a:lnTo>
                <a:lnTo>
                  <a:pt x="5024" y="304272"/>
                </a:lnTo>
                <a:lnTo>
                  <a:pt x="5676" y="300916"/>
                </a:lnTo>
                <a:lnTo>
                  <a:pt x="6502" y="297678"/>
                </a:lnTo>
                <a:lnTo>
                  <a:pt x="7212" y="294439"/>
                </a:lnTo>
                <a:lnTo>
                  <a:pt x="8039" y="291259"/>
                </a:lnTo>
                <a:lnTo>
                  <a:pt x="8927" y="288080"/>
                </a:lnTo>
                <a:lnTo>
                  <a:pt x="9813" y="285018"/>
                </a:lnTo>
                <a:lnTo>
                  <a:pt x="10759" y="281898"/>
                </a:lnTo>
                <a:lnTo>
                  <a:pt x="11706" y="278895"/>
                </a:lnTo>
                <a:lnTo>
                  <a:pt x="12769" y="275833"/>
                </a:lnTo>
                <a:lnTo>
                  <a:pt x="13774" y="272889"/>
                </a:lnTo>
                <a:lnTo>
                  <a:pt x="14897" y="270003"/>
                </a:lnTo>
                <a:lnTo>
                  <a:pt x="16021" y="267059"/>
                </a:lnTo>
                <a:lnTo>
                  <a:pt x="17202" y="264234"/>
                </a:lnTo>
                <a:lnTo>
                  <a:pt x="18385" y="261466"/>
                </a:lnTo>
                <a:lnTo>
                  <a:pt x="19627" y="258641"/>
                </a:lnTo>
                <a:lnTo>
                  <a:pt x="20867" y="255872"/>
                </a:lnTo>
                <a:lnTo>
                  <a:pt x="22228" y="253164"/>
                </a:lnTo>
                <a:lnTo>
                  <a:pt x="23588" y="250515"/>
                </a:lnTo>
                <a:lnTo>
                  <a:pt x="24947" y="247865"/>
                </a:lnTo>
                <a:lnTo>
                  <a:pt x="26365" y="245274"/>
                </a:lnTo>
                <a:lnTo>
                  <a:pt x="27843" y="242683"/>
                </a:lnTo>
                <a:lnTo>
                  <a:pt x="29322" y="240152"/>
                </a:lnTo>
                <a:lnTo>
                  <a:pt x="30858" y="237678"/>
                </a:lnTo>
                <a:lnTo>
                  <a:pt x="32395" y="235147"/>
                </a:lnTo>
                <a:lnTo>
                  <a:pt x="33992" y="232674"/>
                </a:lnTo>
                <a:lnTo>
                  <a:pt x="35588" y="230318"/>
                </a:lnTo>
                <a:lnTo>
                  <a:pt x="37302" y="227904"/>
                </a:lnTo>
                <a:lnTo>
                  <a:pt x="39017" y="225608"/>
                </a:lnTo>
                <a:lnTo>
                  <a:pt x="40731" y="223253"/>
                </a:lnTo>
                <a:lnTo>
                  <a:pt x="42445" y="221016"/>
                </a:lnTo>
                <a:lnTo>
                  <a:pt x="44277" y="218719"/>
                </a:lnTo>
                <a:lnTo>
                  <a:pt x="46110" y="216540"/>
                </a:lnTo>
                <a:lnTo>
                  <a:pt x="47942" y="214362"/>
                </a:lnTo>
                <a:lnTo>
                  <a:pt x="49835" y="212183"/>
                </a:lnTo>
                <a:lnTo>
                  <a:pt x="51786" y="210064"/>
                </a:lnTo>
                <a:lnTo>
                  <a:pt x="53736" y="207943"/>
                </a:lnTo>
                <a:lnTo>
                  <a:pt x="55629" y="205884"/>
                </a:lnTo>
                <a:lnTo>
                  <a:pt x="57697" y="203822"/>
                </a:lnTo>
                <a:lnTo>
                  <a:pt x="59707" y="201821"/>
                </a:lnTo>
                <a:lnTo>
                  <a:pt x="61777" y="199818"/>
                </a:lnTo>
                <a:lnTo>
                  <a:pt x="63904" y="197875"/>
                </a:lnTo>
                <a:lnTo>
                  <a:pt x="66032" y="195932"/>
                </a:lnTo>
                <a:lnTo>
                  <a:pt x="68161" y="194048"/>
                </a:lnTo>
                <a:lnTo>
                  <a:pt x="70348" y="192164"/>
                </a:lnTo>
                <a:lnTo>
                  <a:pt x="72594" y="190339"/>
                </a:lnTo>
                <a:lnTo>
                  <a:pt x="74781" y="188514"/>
                </a:lnTo>
                <a:lnTo>
                  <a:pt x="77088" y="186747"/>
                </a:lnTo>
                <a:lnTo>
                  <a:pt x="79451" y="184981"/>
                </a:lnTo>
                <a:lnTo>
                  <a:pt x="81758" y="183214"/>
                </a:lnTo>
                <a:lnTo>
                  <a:pt x="84063" y="181447"/>
                </a:lnTo>
                <a:lnTo>
                  <a:pt x="88852" y="178151"/>
                </a:lnTo>
                <a:lnTo>
                  <a:pt x="89620" y="177621"/>
                </a:lnTo>
                <a:close/>
                <a:moveTo>
                  <a:pt x="156274" y="0"/>
                </a:moveTo>
                <a:lnTo>
                  <a:pt x="158637" y="0"/>
                </a:lnTo>
                <a:lnTo>
                  <a:pt x="161120" y="0"/>
                </a:lnTo>
                <a:lnTo>
                  <a:pt x="163483" y="118"/>
                </a:lnTo>
                <a:lnTo>
                  <a:pt x="165848" y="236"/>
                </a:lnTo>
                <a:lnTo>
                  <a:pt x="168153" y="471"/>
                </a:lnTo>
                <a:lnTo>
                  <a:pt x="170518" y="707"/>
                </a:lnTo>
                <a:lnTo>
                  <a:pt x="172823" y="1062"/>
                </a:lnTo>
                <a:lnTo>
                  <a:pt x="175068" y="1473"/>
                </a:lnTo>
                <a:lnTo>
                  <a:pt x="177373" y="1886"/>
                </a:lnTo>
                <a:lnTo>
                  <a:pt x="179620" y="2358"/>
                </a:lnTo>
                <a:lnTo>
                  <a:pt x="181807" y="2889"/>
                </a:lnTo>
                <a:lnTo>
                  <a:pt x="184052" y="3537"/>
                </a:lnTo>
                <a:lnTo>
                  <a:pt x="186239" y="4126"/>
                </a:lnTo>
                <a:lnTo>
                  <a:pt x="188366" y="4834"/>
                </a:lnTo>
                <a:lnTo>
                  <a:pt x="190553" y="5601"/>
                </a:lnTo>
                <a:lnTo>
                  <a:pt x="192622" y="6426"/>
                </a:lnTo>
                <a:lnTo>
                  <a:pt x="194751" y="7310"/>
                </a:lnTo>
                <a:lnTo>
                  <a:pt x="196820" y="8194"/>
                </a:lnTo>
                <a:lnTo>
                  <a:pt x="198887" y="9078"/>
                </a:lnTo>
                <a:lnTo>
                  <a:pt x="200897" y="10140"/>
                </a:lnTo>
                <a:lnTo>
                  <a:pt x="202848" y="11142"/>
                </a:lnTo>
                <a:lnTo>
                  <a:pt x="204857" y="12262"/>
                </a:lnTo>
                <a:lnTo>
                  <a:pt x="206748" y="13382"/>
                </a:lnTo>
                <a:lnTo>
                  <a:pt x="208639" y="14619"/>
                </a:lnTo>
                <a:lnTo>
                  <a:pt x="210532" y="15857"/>
                </a:lnTo>
                <a:lnTo>
                  <a:pt x="212305" y="17095"/>
                </a:lnTo>
                <a:lnTo>
                  <a:pt x="214136" y="18392"/>
                </a:lnTo>
                <a:lnTo>
                  <a:pt x="215910" y="19748"/>
                </a:lnTo>
                <a:lnTo>
                  <a:pt x="217683" y="21163"/>
                </a:lnTo>
                <a:lnTo>
                  <a:pt x="219396" y="22578"/>
                </a:lnTo>
                <a:lnTo>
                  <a:pt x="220993" y="24051"/>
                </a:lnTo>
                <a:lnTo>
                  <a:pt x="222648" y="25584"/>
                </a:lnTo>
                <a:lnTo>
                  <a:pt x="224244" y="27117"/>
                </a:lnTo>
                <a:lnTo>
                  <a:pt x="225839" y="28768"/>
                </a:lnTo>
                <a:lnTo>
                  <a:pt x="227317" y="30300"/>
                </a:lnTo>
                <a:lnTo>
                  <a:pt x="228794" y="32010"/>
                </a:lnTo>
                <a:lnTo>
                  <a:pt x="230273" y="33720"/>
                </a:lnTo>
                <a:lnTo>
                  <a:pt x="231631" y="35429"/>
                </a:lnTo>
                <a:lnTo>
                  <a:pt x="232990" y="37139"/>
                </a:lnTo>
                <a:lnTo>
                  <a:pt x="234351" y="38966"/>
                </a:lnTo>
                <a:lnTo>
                  <a:pt x="235591" y="40794"/>
                </a:lnTo>
                <a:lnTo>
                  <a:pt x="236832" y="42680"/>
                </a:lnTo>
                <a:lnTo>
                  <a:pt x="237956" y="44566"/>
                </a:lnTo>
                <a:lnTo>
                  <a:pt x="239138" y="46511"/>
                </a:lnTo>
                <a:lnTo>
                  <a:pt x="240201" y="48457"/>
                </a:lnTo>
                <a:lnTo>
                  <a:pt x="241324" y="50461"/>
                </a:lnTo>
                <a:lnTo>
                  <a:pt x="242270" y="52465"/>
                </a:lnTo>
                <a:lnTo>
                  <a:pt x="243275" y="54411"/>
                </a:lnTo>
                <a:lnTo>
                  <a:pt x="244161" y="56474"/>
                </a:lnTo>
                <a:lnTo>
                  <a:pt x="245048" y="58597"/>
                </a:lnTo>
                <a:lnTo>
                  <a:pt x="245816" y="60719"/>
                </a:lnTo>
                <a:lnTo>
                  <a:pt x="246526" y="62841"/>
                </a:lnTo>
                <a:lnTo>
                  <a:pt x="247294" y="65021"/>
                </a:lnTo>
                <a:lnTo>
                  <a:pt x="247945" y="67203"/>
                </a:lnTo>
                <a:lnTo>
                  <a:pt x="248535" y="69384"/>
                </a:lnTo>
                <a:lnTo>
                  <a:pt x="249067" y="71624"/>
                </a:lnTo>
                <a:lnTo>
                  <a:pt x="249599" y="73864"/>
                </a:lnTo>
                <a:lnTo>
                  <a:pt x="250013" y="76163"/>
                </a:lnTo>
                <a:lnTo>
                  <a:pt x="250368" y="78462"/>
                </a:lnTo>
                <a:lnTo>
                  <a:pt x="250664" y="80762"/>
                </a:lnTo>
                <a:lnTo>
                  <a:pt x="250958" y="83061"/>
                </a:lnTo>
                <a:lnTo>
                  <a:pt x="251136" y="85359"/>
                </a:lnTo>
                <a:lnTo>
                  <a:pt x="251314" y="87718"/>
                </a:lnTo>
                <a:lnTo>
                  <a:pt x="251432" y="90076"/>
                </a:lnTo>
                <a:lnTo>
                  <a:pt x="251490" y="92493"/>
                </a:lnTo>
                <a:lnTo>
                  <a:pt x="251432" y="95263"/>
                </a:lnTo>
                <a:lnTo>
                  <a:pt x="251254" y="98152"/>
                </a:lnTo>
                <a:lnTo>
                  <a:pt x="251018" y="100922"/>
                </a:lnTo>
                <a:lnTo>
                  <a:pt x="250782" y="103635"/>
                </a:lnTo>
                <a:lnTo>
                  <a:pt x="250426" y="106404"/>
                </a:lnTo>
                <a:lnTo>
                  <a:pt x="249954" y="109116"/>
                </a:lnTo>
                <a:lnTo>
                  <a:pt x="249422" y="111829"/>
                </a:lnTo>
                <a:lnTo>
                  <a:pt x="248771" y="114422"/>
                </a:lnTo>
                <a:lnTo>
                  <a:pt x="248122" y="117133"/>
                </a:lnTo>
                <a:lnTo>
                  <a:pt x="247353" y="119727"/>
                </a:lnTo>
                <a:lnTo>
                  <a:pt x="246526" y="122262"/>
                </a:lnTo>
                <a:lnTo>
                  <a:pt x="245640" y="124797"/>
                </a:lnTo>
                <a:lnTo>
                  <a:pt x="244635" y="127273"/>
                </a:lnTo>
                <a:lnTo>
                  <a:pt x="243571" y="129748"/>
                </a:lnTo>
                <a:lnTo>
                  <a:pt x="242448" y="132225"/>
                </a:lnTo>
                <a:lnTo>
                  <a:pt x="241324" y="134583"/>
                </a:lnTo>
                <a:lnTo>
                  <a:pt x="240025" y="136940"/>
                </a:lnTo>
                <a:lnTo>
                  <a:pt x="238724" y="139240"/>
                </a:lnTo>
                <a:lnTo>
                  <a:pt x="237364" y="141479"/>
                </a:lnTo>
                <a:lnTo>
                  <a:pt x="235887" y="143720"/>
                </a:lnTo>
                <a:lnTo>
                  <a:pt x="234409" y="145901"/>
                </a:lnTo>
                <a:lnTo>
                  <a:pt x="232814" y="148024"/>
                </a:lnTo>
                <a:lnTo>
                  <a:pt x="231217" y="150146"/>
                </a:lnTo>
                <a:lnTo>
                  <a:pt x="229504" y="152150"/>
                </a:lnTo>
                <a:lnTo>
                  <a:pt x="227849" y="154154"/>
                </a:lnTo>
                <a:lnTo>
                  <a:pt x="226017" y="156100"/>
                </a:lnTo>
                <a:lnTo>
                  <a:pt x="224184" y="157985"/>
                </a:lnTo>
                <a:lnTo>
                  <a:pt x="222233" y="159755"/>
                </a:lnTo>
                <a:lnTo>
                  <a:pt x="220284" y="161582"/>
                </a:lnTo>
                <a:lnTo>
                  <a:pt x="218274" y="163292"/>
                </a:lnTo>
                <a:lnTo>
                  <a:pt x="216264" y="165001"/>
                </a:lnTo>
                <a:lnTo>
                  <a:pt x="214136" y="166592"/>
                </a:lnTo>
                <a:lnTo>
                  <a:pt x="211240" y="168714"/>
                </a:lnTo>
                <a:lnTo>
                  <a:pt x="208167" y="170718"/>
                </a:lnTo>
                <a:lnTo>
                  <a:pt x="205034" y="172546"/>
                </a:lnTo>
                <a:lnTo>
                  <a:pt x="201902" y="174315"/>
                </a:lnTo>
                <a:lnTo>
                  <a:pt x="198592" y="175966"/>
                </a:lnTo>
                <a:lnTo>
                  <a:pt x="195223" y="177498"/>
                </a:lnTo>
                <a:lnTo>
                  <a:pt x="193627" y="178205"/>
                </a:lnTo>
                <a:lnTo>
                  <a:pt x="191854" y="178854"/>
                </a:lnTo>
                <a:lnTo>
                  <a:pt x="190141" y="179561"/>
                </a:lnTo>
                <a:lnTo>
                  <a:pt x="188366" y="180151"/>
                </a:lnTo>
                <a:lnTo>
                  <a:pt x="186593" y="180682"/>
                </a:lnTo>
                <a:lnTo>
                  <a:pt x="184880" y="181212"/>
                </a:lnTo>
                <a:lnTo>
                  <a:pt x="183106" y="181802"/>
                </a:lnTo>
                <a:lnTo>
                  <a:pt x="181275" y="182215"/>
                </a:lnTo>
                <a:lnTo>
                  <a:pt x="179442" y="182686"/>
                </a:lnTo>
                <a:lnTo>
                  <a:pt x="177610" y="183040"/>
                </a:lnTo>
                <a:lnTo>
                  <a:pt x="175778" y="183393"/>
                </a:lnTo>
                <a:lnTo>
                  <a:pt x="173946" y="183806"/>
                </a:lnTo>
                <a:lnTo>
                  <a:pt x="172113" y="184042"/>
                </a:lnTo>
                <a:lnTo>
                  <a:pt x="170222" y="184337"/>
                </a:lnTo>
                <a:lnTo>
                  <a:pt x="168331" y="184513"/>
                </a:lnTo>
                <a:lnTo>
                  <a:pt x="166380" y="184690"/>
                </a:lnTo>
                <a:lnTo>
                  <a:pt x="164489" y="184808"/>
                </a:lnTo>
                <a:lnTo>
                  <a:pt x="162538" y="184926"/>
                </a:lnTo>
                <a:lnTo>
                  <a:pt x="160588" y="184984"/>
                </a:lnTo>
                <a:lnTo>
                  <a:pt x="158637" y="184984"/>
                </a:lnTo>
                <a:lnTo>
                  <a:pt x="156450" y="184984"/>
                </a:lnTo>
                <a:lnTo>
                  <a:pt x="154205" y="184866"/>
                </a:lnTo>
                <a:lnTo>
                  <a:pt x="151958" y="184749"/>
                </a:lnTo>
                <a:lnTo>
                  <a:pt x="149771" y="184572"/>
                </a:lnTo>
                <a:lnTo>
                  <a:pt x="147584" y="184337"/>
                </a:lnTo>
                <a:lnTo>
                  <a:pt x="145457" y="184100"/>
                </a:lnTo>
                <a:lnTo>
                  <a:pt x="143270" y="183746"/>
                </a:lnTo>
                <a:lnTo>
                  <a:pt x="141143" y="183335"/>
                </a:lnTo>
                <a:lnTo>
                  <a:pt x="139014" y="182922"/>
                </a:lnTo>
                <a:lnTo>
                  <a:pt x="136887" y="182449"/>
                </a:lnTo>
                <a:lnTo>
                  <a:pt x="134818" y="181920"/>
                </a:lnTo>
                <a:lnTo>
                  <a:pt x="132749" y="181329"/>
                </a:lnTo>
                <a:lnTo>
                  <a:pt x="130740" y="180682"/>
                </a:lnTo>
                <a:lnTo>
                  <a:pt x="128671" y="180033"/>
                </a:lnTo>
                <a:lnTo>
                  <a:pt x="126721" y="179385"/>
                </a:lnTo>
                <a:lnTo>
                  <a:pt x="124770" y="178559"/>
                </a:lnTo>
                <a:lnTo>
                  <a:pt x="122761" y="177792"/>
                </a:lnTo>
                <a:lnTo>
                  <a:pt x="120810" y="176908"/>
                </a:lnTo>
                <a:lnTo>
                  <a:pt x="118919" y="176025"/>
                </a:lnTo>
                <a:lnTo>
                  <a:pt x="117028" y="175141"/>
                </a:lnTo>
                <a:lnTo>
                  <a:pt x="115136" y="174139"/>
                </a:lnTo>
                <a:lnTo>
                  <a:pt x="113304" y="173195"/>
                </a:lnTo>
                <a:lnTo>
                  <a:pt x="111530" y="172075"/>
                </a:lnTo>
                <a:lnTo>
                  <a:pt x="109699" y="171013"/>
                </a:lnTo>
                <a:lnTo>
                  <a:pt x="107926" y="169893"/>
                </a:lnTo>
                <a:lnTo>
                  <a:pt x="106211" y="168714"/>
                </a:lnTo>
                <a:lnTo>
                  <a:pt x="104438" y="167536"/>
                </a:lnTo>
                <a:lnTo>
                  <a:pt x="102784" y="166239"/>
                </a:lnTo>
                <a:lnTo>
                  <a:pt x="101187" y="165001"/>
                </a:lnTo>
                <a:lnTo>
                  <a:pt x="99532" y="163645"/>
                </a:lnTo>
                <a:lnTo>
                  <a:pt x="97936" y="162348"/>
                </a:lnTo>
                <a:lnTo>
                  <a:pt x="96341" y="160933"/>
                </a:lnTo>
                <a:lnTo>
                  <a:pt x="94626" y="159342"/>
                </a:lnTo>
                <a:lnTo>
                  <a:pt x="92972" y="157691"/>
                </a:lnTo>
                <a:lnTo>
                  <a:pt x="91317" y="156040"/>
                </a:lnTo>
                <a:lnTo>
                  <a:pt x="89662" y="154272"/>
                </a:lnTo>
                <a:lnTo>
                  <a:pt x="88185" y="152503"/>
                </a:lnTo>
                <a:lnTo>
                  <a:pt x="86648" y="150675"/>
                </a:lnTo>
                <a:lnTo>
                  <a:pt x="85170" y="148789"/>
                </a:lnTo>
                <a:lnTo>
                  <a:pt x="83751" y="146903"/>
                </a:lnTo>
                <a:lnTo>
                  <a:pt x="82393" y="145016"/>
                </a:lnTo>
                <a:lnTo>
                  <a:pt x="81032" y="143012"/>
                </a:lnTo>
                <a:lnTo>
                  <a:pt x="79792" y="141008"/>
                </a:lnTo>
                <a:lnTo>
                  <a:pt x="78551" y="139004"/>
                </a:lnTo>
                <a:lnTo>
                  <a:pt x="77368" y="136940"/>
                </a:lnTo>
                <a:lnTo>
                  <a:pt x="76246" y="134818"/>
                </a:lnTo>
                <a:lnTo>
                  <a:pt x="75181" y="132696"/>
                </a:lnTo>
                <a:lnTo>
                  <a:pt x="74177" y="130515"/>
                </a:lnTo>
                <a:lnTo>
                  <a:pt x="73231" y="128333"/>
                </a:lnTo>
                <a:lnTo>
                  <a:pt x="72285" y="126094"/>
                </a:lnTo>
                <a:lnTo>
                  <a:pt x="71458" y="123854"/>
                </a:lnTo>
                <a:lnTo>
                  <a:pt x="70689" y="121614"/>
                </a:lnTo>
                <a:lnTo>
                  <a:pt x="69921" y="119315"/>
                </a:lnTo>
                <a:lnTo>
                  <a:pt x="69271" y="116957"/>
                </a:lnTo>
                <a:lnTo>
                  <a:pt x="68680" y="114598"/>
                </a:lnTo>
                <a:lnTo>
                  <a:pt x="68030" y="112182"/>
                </a:lnTo>
                <a:lnTo>
                  <a:pt x="67556" y="109823"/>
                </a:lnTo>
                <a:lnTo>
                  <a:pt x="67144" y="107406"/>
                </a:lnTo>
                <a:lnTo>
                  <a:pt x="66788" y="104990"/>
                </a:lnTo>
                <a:lnTo>
                  <a:pt x="66493" y="102514"/>
                </a:lnTo>
                <a:lnTo>
                  <a:pt x="66197" y="100038"/>
                </a:lnTo>
                <a:lnTo>
                  <a:pt x="66020" y="97503"/>
                </a:lnTo>
                <a:lnTo>
                  <a:pt x="65961" y="94968"/>
                </a:lnTo>
                <a:lnTo>
                  <a:pt x="65902" y="92493"/>
                </a:lnTo>
                <a:lnTo>
                  <a:pt x="65961" y="90076"/>
                </a:lnTo>
                <a:lnTo>
                  <a:pt x="66020" y="87718"/>
                </a:lnTo>
                <a:lnTo>
                  <a:pt x="66197" y="85359"/>
                </a:lnTo>
                <a:lnTo>
                  <a:pt x="66434" y="83061"/>
                </a:lnTo>
                <a:lnTo>
                  <a:pt x="66670" y="80702"/>
                </a:lnTo>
                <a:lnTo>
                  <a:pt x="67026" y="78403"/>
                </a:lnTo>
                <a:lnTo>
                  <a:pt x="67380" y="76163"/>
                </a:lnTo>
                <a:lnTo>
                  <a:pt x="67793" y="73805"/>
                </a:lnTo>
                <a:lnTo>
                  <a:pt x="68266" y="71566"/>
                </a:lnTo>
                <a:lnTo>
                  <a:pt x="68857" y="69384"/>
                </a:lnTo>
                <a:lnTo>
                  <a:pt x="69449" y="67144"/>
                </a:lnTo>
                <a:lnTo>
                  <a:pt x="70099" y="64963"/>
                </a:lnTo>
                <a:lnTo>
                  <a:pt x="70867" y="62841"/>
                </a:lnTo>
                <a:lnTo>
                  <a:pt x="71576" y="60659"/>
                </a:lnTo>
                <a:lnTo>
                  <a:pt x="72344" y="58597"/>
                </a:lnTo>
                <a:lnTo>
                  <a:pt x="73231" y="56474"/>
                </a:lnTo>
                <a:lnTo>
                  <a:pt x="74117" y="54411"/>
                </a:lnTo>
                <a:lnTo>
                  <a:pt x="75122" y="52465"/>
                </a:lnTo>
                <a:lnTo>
                  <a:pt x="76068" y="50402"/>
                </a:lnTo>
                <a:lnTo>
                  <a:pt x="77191" y="48457"/>
                </a:lnTo>
                <a:lnTo>
                  <a:pt x="78255" y="46511"/>
                </a:lnTo>
                <a:lnTo>
                  <a:pt x="79437" y="44566"/>
                </a:lnTo>
                <a:lnTo>
                  <a:pt x="80560" y="42680"/>
                </a:lnTo>
                <a:lnTo>
                  <a:pt x="81801" y="40794"/>
                </a:lnTo>
                <a:lnTo>
                  <a:pt x="83043" y="38966"/>
                </a:lnTo>
                <a:lnTo>
                  <a:pt x="84402" y="37139"/>
                </a:lnTo>
                <a:lnTo>
                  <a:pt x="85761" y="35429"/>
                </a:lnTo>
                <a:lnTo>
                  <a:pt x="87121" y="33660"/>
                </a:lnTo>
                <a:lnTo>
                  <a:pt x="88598" y="31951"/>
                </a:lnTo>
                <a:lnTo>
                  <a:pt x="90076" y="30300"/>
                </a:lnTo>
                <a:lnTo>
                  <a:pt x="91553" y="28650"/>
                </a:lnTo>
                <a:lnTo>
                  <a:pt x="93149" y="27117"/>
                </a:lnTo>
                <a:lnTo>
                  <a:pt x="94745" y="25526"/>
                </a:lnTo>
                <a:lnTo>
                  <a:pt x="96341" y="23993"/>
                </a:lnTo>
                <a:lnTo>
                  <a:pt x="97996" y="22578"/>
                </a:lnTo>
                <a:lnTo>
                  <a:pt x="99710" y="21104"/>
                </a:lnTo>
                <a:lnTo>
                  <a:pt x="101483" y="19689"/>
                </a:lnTo>
                <a:lnTo>
                  <a:pt x="103256" y="18392"/>
                </a:lnTo>
                <a:lnTo>
                  <a:pt x="105089" y="17095"/>
                </a:lnTo>
                <a:lnTo>
                  <a:pt x="106862" y="15857"/>
                </a:lnTo>
                <a:lnTo>
                  <a:pt x="108753" y="14561"/>
                </a:lnTo>
                <a:lnTo>
                  <a:pt x="110644" y="13382"/>
                </a:lnTo>
                <a:lnTo>
                  <a:pt x="112594" y="12262"/>
                </a:lnTo>
                <a:lnTo>
                  <a:pt x="114545" y="11142"/>
                </a:lnTo>
                <a:lnTo>
                  <a:pt x="116496" y="10140"/>
                </a:lnTo>
                <a:lnTo>
                  <a:pt x="118565" y="9078"/>
                </a:lnTo>
                <a:lnTo>
                  <a:pt x="120574" y="8194"/>
                </a:lnTo>
                <a:lnTo>
                  <a:pt x="122643" y="7310"/>
                </a:lnTo>
                <a:lnTo>
                  <a:pt x="124770" y="6426"/>
                </a:lnTo>
                <a:lnTo>
                  <a:pt x="126839" y="5601"/>
                </a:lnTo>
                <a:lnTo>
                  <a:pt x="129026" y="4834"/>
                </a:lnTo>
                <a:lnTo>
                  <a:pt x="131153" y="4126"/>
                </a:lnTo>
                <a:lnTo>
                  <a:pt x="133340" y="3537"/>
                </a:lnTo>
                <a:lnTo>
                  <a:pt x="135586" y="2889"/>
                </a:lnTo>
                <a:lnTo>
                  <a:pt x="137773" y="2358"/>
                </a:lnTo>
                <a:lnTo>
                  <a:pt x="140019" y="1886"/>
                </a:lnTo>
                <a:lnTo>
                  <a:pt x="142324" y="1415"/>
                </a:lnTo>
                <a:lnTo>
                  <a:pt x="144570" y="1062"/>
                </a:lnTo>
                <a:lnTo>
                  <a:pt x="146876" y="707"/>
                </a:lnTo>
                <a:lnTo>
                  <a:pt x="149239" y="471"/>
                </a:lnTo>
                <a:lnTo>
                  <a:pt x="151545" y="236"/>
                </a:lnTo>
                <a:lnTo>
                  <a:pt x="153909" y="118"/>
                </a:lnTo>
                <a:lnTo>
                  <a:pt x="156274"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657600" y="3441700"/>
            <a:ext cx="571500" cy="5588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6" name="Freeform 6"/>
          <p:cNvSpPr/>
          <p:nvPr/>
        </p:nvSpPr>
        <p:spPr>
          <a:xfrm>
            <a:off x="3797300" y="3505200"/>
            <a:ext cx="312664" cy="394418"/>
          </a:xfrm>
          <a:custGeom>
            <a:avLst/>
            <a:gdLst/>
            <a:ahLst/>
            <a:cxnLst/>
            <a:rect l="l" t="t" r="r" b="b"/>
            <a:pathLst>
              <a:path w="312664" h="394418">
                <a:moveTo>
                  <a:pt x="89620" y="177621"/>
                </a:moveTo>
                <a:lnTo>
                  <a:pt x="90270" y="178327"/>
                </a:lnTo>
                <a:lnTo>
                  <a:pt x="91393" y="179741"/>
                </a:lnTo>
                <a:lnTo>
                  <a:pt x="92575" y="181036"/>
                </a:lnTo>
                <a:lnTo>
                  <a:pt x="95000" y="183744"/>
                </a:lnTo>
                <a:lnTo>
                  <a:pt x="97483" y="186276"/>
                </a:lnTo>
                <a:lnTo>
                  <a:pt x="100142" y="188749"/>
                </a:lnTo>
                <a:lnTo>
                  <a:pt x="102803" y="191045"/>
                </a:lnTo>
                <a:lnTo>
                  <a:pt x="105640" y="193283"/>
                </a:lnTo>
                <a:lnTo>
                  <a:pt x="108537" y="195402"/>
                </a:lnTo>
                <a:lnTo>
                  <a:pt x="111434" y="197405"/>
                </a:lnTo>
                <a:lnTo>
                  <a:pt x="114507" y="199288"/>
                </a:lnTo>
                <a:lnTo>
                  <a:pt x="117582" y="201055"/>
                </a:lnTo>
                <a:lnTo>
                  <a:pt x="120833" y="202645"/>
                </a:lnTo>
                <a:lnTo>
                  <a:pt x="124026" y="204175"/>
                </a:lnTo>
                <a:lnTo>
                  <a:pt x="127335" y="205589"/>
                </a:lnTo>
                <a:lnTo>
                  <a:pt x="130646" y="206826"/>
                </a:lnTo>
                <a:lnTo>
                  <a:pt x="134075" y="207943"/>
                </a:lnTo>
                <a:lnTo>
                  <a:pt x="137504" y="208886"/>
                </a:lnTo>
                <a:lnTo>
                  <a:pt x="136736" y="209828"/>
                </a:lnTo>
                <a:lnTo>
                  <a:pt x="136026" y="210652"/>
                </a:lnTo>
                <a:lnTo>
                  <a:pt x="135376" y="211536"/>
                </a:lnTo>
                <a:lnTo>
                  <a:pt x="134666" y="212537"/>
                </a:lnTo>
                <a:lnTo>
                  <a:pt x="134134" y="213479"/>
                </a:lnTo>
                <a:lnTo>
                  <a:pt x="133543" y="214480"/>
                </a:lnTo>
                <a:lnTo>
                  <a:pt x="133011" y="215481"/>
                </a:lnTo>
                <a:lnTo>
                  <a:pt x="132538" y="216540"/>
                </a:lnTo>
                <a:lnTo>
                  <a:pt x="132183" y="217541"/>
                </a:lnTo>
                <a:lnTo>
                  <a:pt x="131829" y="218660"/>
                </a:lnTo>
                <a:lnTo>
                  <a:pt x="131474" y="219720"/>
                </a:lnTo>
                <a:lnTo>
                  <a:pt x="131237" y="220897"/>
                </a:lnTo>
                <a:lnTo>
                  <a:pt x="131060" y="221958"/>
                </a:lnTo>
                <a:lnTo>
                  <a:pt x="130824" y="223135"/>
                </a:lnTo>
                <a:lnTo>
                  <a:pt x="130764" y="224312"/>
                </a:lnTo>
                <a:lnTo>
                  <a:pt x="130705" y="225490"/>
                </a:lnTo>
                <a:lnTo>
                  <a:pt x="130764" y="226845"/>
                </a:lnTo>
                <a:lnTo>
                  <a:pt x="130882" y="228140"/>
                </a:lnTo>
                <a:lnTo>
                  <a:pt x="131119" y="229436"/>
                </a:lnTo>
                <a:lnTo>
                  <a:pt x="131356" y="230671"/>
                </a:lnTo>
                <a:lnTo>
                  <a:pt x="131651" y="231908"/>
                </a:lnTo>
                <a:lnTo>
                  <a:pt x="132006" y="233204"/>
                </a:lnTo>
                <a:lnTo>
                  <a:pt x="132479" y="234381"/>
                </a:lnTo>
                <a:lnTo>
                  <a:pt x="132951" y="235558"/>
                </a:lnTo>
                <a:lnTo>
                  <a:pt x="133601" y="236677"/>
                </a:lnTo>
                <a:lnTo>
                  <a:pt x="134193" y="237796"/>
                </a:lnTo>
                <a:lnTo>
                  <a:pt x="134844" y="238857"/>
                </a:lnTo>
                <a:lnTo>
                  <a:pt x="135612" y="239916"/>
                </a:lnTo>
                <a:lnTo>
                  <a:pt x="136380" y="240916"/>
                </a:lnTo>
                <a:lnTo>
                  <a:pt x="137208" y="241918"/>
                </a:lnTo>
                <a:lnTo>
                  <a:pt x="138154" y="242860"/>
                </a:lnTo>
                <a:lnTo>
                  <a:pt x="139041" y="243685"/>
                </a:lnTo>
                <a:lnTo>
                  <a:pt x="125148" y="347784"/>
                </a:lnTo>
                <a:lnTo>
                  <a:pt x="159022" y="380522"/>
                </a:lnTo>
                <a:lnTo>
                  <a:pt x="191891" y="347784"/>
                </a:lnTo>
                <a:lnTo>
                  <a:pt x="177998" y="243685"/>
                </a:lnTo>
                <a:lnTo>
                  <a:pt x="179003" y="242801"/>
                </a:lnTo>
                <a:lnTo>
                  <a:pt x="179831" y="241859"/>
                </a:lnTo>
                <a:lnTo>
                  <a:pt x="180717" y="240858"/>
                </a:lnTo>
                <a:lnTo>
                  <a:pt x="181486" y="239916"/>
                </a:lnTo>
                <a:lnTo>
                  <a:pt x="182195" y="238797"/>
                </a:lnTo>
                <a:lnTo>
                  <a:pt x="182904" y="237796"/>
                </a:lnTo>
                <a:lnTo>
                  <a:pt x="183554" y="236619"/>
                </a:lnTo>
                <a:lnTo>
                  <a:pt x="184086" y="235500"/>
                </a:lnTo>
                <a:lnTo>
                  <a:pt x="184560" y="234323"/>
                </a:lnTo>
                <a:lnTo>
                  <a:pt x="185092" y="233145"/>
                </a:lnTo>
                <a:lnTo>
                  <a:pt x="185447" y="231908"/>
                </a:lnTo>
                <a:lnTo>
                  <a:pt x="185743" y="230671"/>
                </a:lnTo>
                <a:lnTo>
                  <a:pt x="185979" y="229436"/>
                </a:lnTo>
                <a:lnTo>
                  <a:pt x="186157" y="228081"/>
                </a:lnTo>
                <a:lnTo>
                  <a:pt x="186275" y="226845"/>
                </a:lnTo>
                <a:lnTo>
                  <a:pt x="186275" y="225490"/>
                </a:lnTo>
                <a:lnTo>
                  <a:pt x="186275" y="224312"/>
                </a:lnTo>
                <a:lnTo>
                  <a:pt x="186215" y="223253"/>
                </a:lnTo>
                <a:lnTo>
                  <a:pt x="186097" y="222193"/>
                </a:lnTo>
                <a:lnTo>
                  <a:pt x="185919" y="221134"/>
                </a:lnTo>
                <a:lnTo>
                  <a:pt x="185683" y="220073"/>
                </a:lnTo>
                <a:lnTo>
                  <a:pt x="185447" y="219072"/>
                </a:lnTo>
                <a:lnTo>
                  <a:pt x="185151" y="218072"/>
                </a:lnTo>
                <a:lnTo>
                  <a:pt x="184737" y="217071"/>
                </a:lnTo>
                <a:lnTo>
                  <a:pt x="184323" y="216129"/>
                </a:lnTo>
                <a:lnTo>
                  <a:pt x="183910" y="215128"/>
                </a:lnTo>
                <a:lnTo>
                  <a:pt x="183436" y="214244"/>
                </a:lnTo>
                <a:lnTo>
                  <a:pt x="182964" y="213302"/>
                </a:lnTo>
                <a:lnTo>
                  <a:pt x="182314" y="212419"/>
                </a:lnTo>
                <a:lnTo>
                  <a:pt x="181781" y="211477"/>
                </a:lnTo>
                <a:lnTo>
                  <a:pt x="181131" y="210652"/>
                </a:lnTo>
                <a:lnTo>
                  <a:pt x="180541" y="209828"/>
                </a:lnTo>
                <a:lnTo>
                  <a:pt x="183850" y="209004"/>
                </a:lnTo>
                <a:lnTo>
                  <a:pt x="187220" y="208062"/>
                </a:lnTo>
                <a:lnTo>
                  <a:pt x="190530" y="207002"/>
                </a:lnTo>
                <a:lnTo>
                  <a:pt x="193841" y="205824"/>
                </a:lnTo>
                <a:lnTo>
                  <a:pt x="197033" y="204470"/>
                </a:lnTo>
                <a:lnTo>
                  <a:pt x="200226" y="203116"/>
                </a:lnTo>
                <a:lnTo>
                  <a:pt x="203299" y="201526"/>
                </a:lnTo>
                <a:lnTo>
                  <a:pt x="206374" y="199818"/>
                </a:lnTo>
                <a:lnTo>
                  <a:pt x="209329" y="198053"/>
                </a:lnTo>
                <a:lnTo>
                  <a:pt x="212226" y="196110"/>
                </a:lnTo>
                <a:lnTo>
                  <a:pt x="215123" y="194107"/>
                </a:lnTo>
                <a:lnTo>
                  <a:pt x="217842" y="191987"/>
                </a:lnTo>
                <a:lnTo>
                  <a:pt x="220561" y="189749"/>
                </a:lnTo>
                <a:lnTo>
                  <a:pt x="223103" y="187395"/>
                </a:lnTo>
                <a:lnTo>
                  <a:pt x="225586" y="184981"/>
                </a:lnTo>
                <a:lnTo>
                  <a:pt x="228069" y="182448"/>
                </a:lnTo>
                <a:lnTo>
                  <a:pt x="228719" y="181800"/>
                </a:lnTo>
                <a:lnTo>
                  <a:pt x="229429" y="182390"/>
                </a:lnTo>
                <a:lnTo>
                  <a:pt x="234039" y="185923"/>
                </a:lnTo>
                <a:lnTo>
                  <a:pt x="238473" y="189573"/>
                </a:lnTo>
                <a:lnTo>
                  <a:pt x="242848" y="193342"/>
                </a:lnTo>
                <a:lnTo>
                  <a:pt x="245095" y="195226"/>
                </a:lnTo>
                <a:lnTo>
                  <a:pt x="247164" y="197169"/>
                </a:lnTo>
                <a:lnTo>
                  <a:pt x="249232" y="199170"/>
                </a:lnTo>
                <a:lnTo>
                  <a:pt x="251301" y="201173"/>
                </a:lnTo>
                <a:lnTo>
                  <a:pt x="253370" y="203175"/>
                </a:lnTo>
                <a:lnTo>
                  <a:pt x="255380" y="205176"/>
                </a:lnTo>
                <a:lnTo>
                  <a:pt x="257331" y="207179"/>
                </a:lnTo>
                <a:lnTo>
                  <a:pt x="259282" y="209299"/>
                </a:lnTo>
                <a:lnTo>
                  <a:pt x="261233" y="211418"/>
                </a:lnTo>
                <a:lnTo>
                  <a:pt x="263125" y="213538"/>
                </a:lnTo>
                <a:lnTo>
                  <a:pt x="264958" y="215716"/>
                </a:lnTo>
                <a:lnTo>
                  <a:pt x="266790" y="217895"/>
                </a:lnTo>
                <a:lnTo>
                  <a:pt x="268563" y="220133"/>
                </a:lnTo>
                <a:lnTo>
                  <a:pt x="270337" y="222429"/>
                </a:lnTo>
                <a:lnTo>
                  <a:pt x="272052" y="224666"/>
                </a:lnTo>
                <a:lnTo>
                  <a:pt x="273766" y="226963"/>
                </a:lnTo>
                <a:lnTo>
                  <a:pt x="275481" y="229318"/>
                </a:lnTo>
                <a:lnTo>
                  <a:pt x="277076" y="231673"/>
                </a:lnTo>
                <a:lnTo>
                  <a:pt x="278672" y="234028"/>
                </a:lnTo>
                <a:lnTo>
                  <a:pt x="280269" y="236442"/>
                </a:lnTo>
                <a:lnTo>
                  <a:pt x="281805" y="238915"/>
                </a:lnTo>
                <a:lnTo>
                  <a:pt x="283284" y="241329"/>
                </a:lnTo>
                <a:lnTo>
                  <a:pt x="284762" y="243920"/>
                </a:lnTo>
                <a:lnTo>
                  <a:pt x="286181" y="246451"/>
                </a:lnTo>
                <a:lnTo>
                  <a:pt x="287599" y="248984"/>
                </a:lnTo>
                <a:lnTo>
                  <a:pt x="288958" y="251574"/>
                </a:lnTo>
                <a:lnTo>
                  <a:pt x="290318" y="254165"/>
                </a:lnTo>
                <a:lnTo>
                  <a:pt x="291559" y="256874"/>
                </a:lnTo>
                <a:lnTo>
                  <a:pt x="292861" y="259582"/>
                </a:lnTo>
                <a:lnTo>
                  <a:pt x="294043" y="262291"/>
                </a:lnTo>
                <a:lnTo>
                  <a:pt x="295284" y="264999"/>
                </a:lnTo>
                <a:lnTo>
                  <a:pt x="296407" y="267884"/>
                </a:lnTo>
                <a:lnTo>
                  <a:pt x="297531" y="270652"/>
                </a:lnTo>
                <a:lnTo>
                  <a:pt x="298595" y="273478"/>
                </a:lnTo>
                <a:lnTo>
                  <a:pt x="299659" y="276422"/>
                </a:lnTo>
                <a:lnTo>
                  <a:pt x="300604" y="279307"/>
                </a:lnTo>
                <a:lnTo>
                  <a:pt x="301610" y="282251"/>
                </a:lnTo>
                <a:lnTo>
                  <a:pt x="302496" y="285253"/>
                </a:lnTo>
                <a:lnTo>
                  <a:pt x="303442" y="288257"/>
                </a:lnTo>
                <a:lnTo>
                  <a:pt x="304269" y="291377"/>
                </a:lnTo>
                <a:lnTo>
                  <a:pt x="305037" y="294439"/>
                </a:lnTo>
                <a:lnTo>
                  <a:pt x="305866" y="297619"/>
                </a:lnTo>
                <a:lnTo>
                  <a:pt x="306575" y="300740"/>
                </a:lnTo>
                <a:lnTo>
                  <a:pt x="307284" y="303919"/>
                </a:lnTo>
                <a:lnTo>
                  <a:pt x="307934" y="307157"/>
                </a:lnTo>
                <a:lnTo>
                  <a:pt x="308585" y="310454"/>
                </a:lnTo>
                <a:lnTo>
                  <a:pt x="309117" y="313752"/>
                </a:lnTo>
                <a:lnTo>
                  <a:pt x="309709" y="317108"/>
                </a:lnTo>
                <a:lnTo>
                  <a:pt x="310181" y="320464"/>
                </a:lnTo>
                <a:lnTo>
                  <a:pt x="310595" y="323938"/>
                </a:lnTo>
                <a:lnTo>
                  <a:pt x="311009" y="327354"/>
                </a:lnTo>
                <a:lnTo>
                  <a:pt x="311363" y="330886"/>
                </a:lnTo>
                <a:lnTo>
                  <a:pt x="311659" y="334419"/>
                </a:lnTo>
                <a:lnTo>
                  <a:pt x="312014" y="337952"/>
                </a:lnTo>
                <a:lnTo>
                  <a:pt x="312250" y="341602"/>
                </a:lnTo>
                <a:lnTo>
                  <a:pt x="312428" y="345253"/>
                </a:lnTo>
                <a:lnTo>
                  <a:pt x="312605" y="348903"/>
                </a:lnTo>
                <a:lnTo>
                  <a:pt x="312664" y="352671"/>
                </a:lnTo>
                <a:lnTo>
                  <a:pt x="312664" y="353261"/>
                </a:lnTo>
                <a:lnTo>
                  <a:pt x="312191" y="353555"/>
                </a:lnTo>
                <a:lnTo>
                  <a:pt x="307876" y="356028"/>
                </a:lnTo>
                <a:lnTo>
                  <a:pt x="303501" y="358442"/>
                </a:lnTo>
                <a:lnTo>
                  <a:pt x="299127" y="360738"/>
                </a:lnTo>
                <a:lnTo>
                  <a:pt x="294693" y="362976"/>
                </a:lnTo>
                <a:lnTo>
                  <a:pt x="290200" y="365154"/>
                </a:lnTo>
                <a:lnTo>
                  <a:pt x="285707" y="367274"/>
                </a:lnTo>
                <a:lnTo>
                  <a:pt x="281155" y="369277"/>
                </a:lnTo>
                <a:lnTo>
                  <a:pt x="276603" y="371220"/>
                </a:lnTo>
                <a:lnTo>
                  <a:pt x="272052" y="373103"/>
                </a:lnTo>
                <a:lnTo>
                  <a:pt x="267440" y="374928"/>
                </a:lnTo>
                <a:lnTo>
                  <a:pt x="262829" y="376578"/>
                </a:lnTo>
                <a:lnTo>
                  <a:pt x="258159" y="378226"/>
                </a:lnTo>
                <a:lnTo>
                  <a:pt x="253430" y="379815"/>
                </a:lnTo>
                <a:lnTo>
                  <a:pt x="248700" y="381229"/>
                </a:lnTo>
                <a:lnTo>
                  <a:pt x="243971" y="382701"/>
                </a:lnTo>
                <a:lnTo>
                  <a:pt x="239243" y="383996"/>
                </a:lnTo>
                <a:lnTo>
                  <a:pt x="234453" y="385233"/>
                </a:lnTo>
                <a:lnTo>
                  <a:pt x="229606" y="386410"/>
                </a:lnTo>
                <a:lnTo>
                  <a:pt x="224818" y="387529"/>
                </a:lnTo>
                <a:lnTo>
                  <a:pt x="220030" y="388530"/>
                </a:lnTo>
                <a:lnTo>
                  <a:pt x="215182" y="389472"/>
                </a:lnTo>
                <a:lnTo>
                  <a:pt x="210275" y="390355"/>
                </a:lnTo>
                <a:lnTo>
                  <a:pt x="205369" y="391121"/>
                </a:lnTo>
                <a:lnTo>
                  <a:pt x="200522" y="391768"/>
                </a:lnTo>
                <a:lnTo>
                  <a:pt x="195614" y="392416"/>
                </a:lnTo>
                <a:lnTo>
                  <a:pt x="190649" y="392946"/>
                </a:lnTo>
                <a:lnTo>
                  <a:pt x="185743" y="393358"/>
                </a:lnTo>
                <a:lnTo>
                  <a:pt x="180777" y="393711"/>
                </a:lnTo>
                <a:lnTo>
                  <a:pt x="175811" y="394006"/>
                </a:lnTo>
                <a:lnTo>
                  <a:pt x="170845" y="394301"/>
                </a:lnTo>
                <a:lnTo>
                  <a:pt x="165880" y="394418"/>
                </a:lnTo>
                <a:lnTo>
                  <a:pt x="160914" y="394418"/>
                </a:lnTo>
                <a:lnTo>
                  <a:pt x="155593" y="394418"/>
                </a:lnTo>
                <a:lnTo>
                  <a:pt x="150273" y="394241"/>
                </a:lnTo>
                <a:lnTo>
                  <a:pt x="144953" y="393948"/>
                </a:lnTo>
                <a:lnTo>
                  <a:pt x="139691" y="393653"/>
                </a:lnTo>
                <a:lnTo>
                  <a:pt x="134429" y="393240"/>
                </a:lnTo>
                <a:lnTo>
                  <a:pt x="129168" y="392769"/>
                </a:lnTo>
                <a:lnTo>
                  <a:pt x="123908" y="392181"/>
                </a:lnTo>
                <a:lnTo>
                  <a:pt x="118704" y="391415"/>
                </a:lnTo>
                <a:lnTo>
                  <a:pt x="113444" y="390649"/>
                </a:lnTo>
                <a:lnTo>
                  <a:pt x="108241" y="389767"/>
                </a:lnTo>
                <a:lnTo>
                  <a:pt x="103099" y="388766"/>
                </a:lnTo>
                <a:lnTo>
                  <a:pt x="97895" y="387706"/>
                </a:lnTo>
                <a:lnTo>
                  <a:pt x="92753" y="386587"/>
                </a:lnTo>
                <a:lnTo>
                  <a:pt x="87610" y="385291"/>
                </a:lnTo>
                <a:lnTo>
                  <a:pt x="82526" y="383996"/>
                </a:lnTo>
                <a:lnTo>
                  <a:pt x="77500" y="382582"/>
                </a:lnTo>
                <a:lnTo>
                  <a:pt x="72417" y="381052"/>
                </a:lnTo>
                <a:lnTo>
                  <a:pt x="67393" y="379522"/>
                </a:lnTo>
                <a:lnTo>
                  <a:pt x="62427" y="377814"/>
                </a:lnTo>
                <a:lnTo>
                  <a:pt x="57461" y="376047"/>
                </a:lnTo>
                <a:lnTo>
                  <a:pt x="52554" y="374164"/>
                </a:lnTo>
                <a:lnTo>
                  <a:pt x="47648" y="372220"/>
                </a:lnTo>
                <a:lnTo>
                  <a:pt x="42800" y="370159"/>
                </a:lnTo>
                <a:lnTo>
                  <a:pt x="37893" y="368040"/>
                </a:lnTo>
                <a:lnTo>
                  <a:pt x="33105" y="365802"/>
                </a:lnTo>
                <a:lnTo>
                  <a:pt x="28376" y="363506"/>
                </a:lnTo>
                <a:lnTo>
                  <a:pt x="23646" y="361151"/>
                </a:lnTo>
                <a:lnTo>
                  <a:pt x="18917" y="358677"/>
                </a:lnTo>
                <a:lnTo>
                  <a:pt x="14247" y="356146"/>
                </a:lnTo>
                <a:lnTo>
                  <a:pt x="9635" y="353555"/>
                </a:lnTo>
                <a:lnTo>
                  <a:pt x="5084" y="350788"/>
                </a:lnTo>
                <a:lnTo>
                  <a:pt x="532" y="347961"/>
                </a:lnTo>
                <a:lnTo>
                  <a:pt x="0" y="350375"/>
                </a:lnTo>
                <a:lnTo>
                  <a:pt x="0" y="347078"/>
                </a:lnTo>
                <a:lnTo>
                  <a:pt x="178" y="343310"/>
                </a:lnTo>
                <a:lnTo>
                  <a:pt x="414" y="339542"/>
                </a:lnTo>
                <a:lnTo>
                  <a:pt x="650" y="335773"/>
                </a:lnTo>
                <a:lnTo>
                  <a:pt x="1005" y="332181"/>
                </a:lnTo>
                <a:lnTo>
                  <a:pt x="1300" y="328531"/>
                </a:lnTo>
                <a:lnTo>
                  <a:pt x="1714" y="324880"/>
                </a:lnTo>
                <a:lnTo>
                  <a:pt x="2187" y="321407"/>
                </a:lnTo>
                <a:lnTo>
                  <a:pt x="2661" y="317873"/>
                </a:lnTo>
                <a:lnTo>
                  <a:pt x="3193" y="314400"/>
                </a:lnTo>
                <a:lnTo>
                  <a:pt x="3724" y="310985"/>
                </a:lnTo>
                <a:lnTo>
                  <a:pt x="4374" y="307570"/>
                </a:lnTo>
                <a:lnTo>
                  <a:pt x="5024" y="304272"/>
                </a:lnTo>
                <a:lnTo>
                  <a:pt x="5676" y="300916"/>
                </a:lnTo>
                <a:lnTo>
                  <a:pt x="6502" y="297678"/>
                </a:lnTo>
                <a:lnTo>
                  <a:pt x="7212" y="294439"/>
                </a:lnTo>
                <a:lnTo>
                  <a:pt x="8039" y="291259"/>
                </a:lnTo>
                <a:lnTo>
                  <a:pt x="8927" y="288080"/>
                </a:lnTo>
                <a:lnTo>
                  <a:pt x="9813" y="285018"/>
                </a:lnTo>
                <a:lnTo>
                  <a:pt x="10759" y="281898"/>
                </a:lnTo>
                <a:lnTo>
                  <a:pt x="11706" y="278895"/>
                </a:lnTo>
                <a:lnTo>
                  <a:pt x="12769" y="275833"/>
                </a:lnTo>
                <a:lnTo>
                  <a:pt x="13774" y="272889"/>
                </a:lnTo>
                <a:lnTo>
                  <a:pt x="14897" y="270003"/>
                </a:lnTo>
                <a:lnTo>
                  <a:pt x="16021" y="267059"/>
                </a:lnTo>
                <a:lnTo>
                  <a:pt x="17202" y="264234"/>
                </a:lnTo>
                <a:lnTo>
                  <a:pt x="18385" y="261466"/>
                </a:lnTo>
                <a:lnTo>
                  <a:pt x="19627" y="258641"/>
                </a:lnTo>
                <a:lnTo>
                  <a:pt x="20867" y="255872"/>
                </a:lnTo>
                <a:lnTo>
                  <a:pt x="22228" y="253164"/>
                </a:lnTo>
                <a:lnTo>
                  <a:pt x="23588" y="250515"/>
                </a:lnTo>
                <a:lnTo>
                  <a:pt x="24947" y="247865"/>
                </a:lnTo>
                <a:lnTo>
                  <a:pt x="26365" y="245274"/>
                </a:lnTo>
                <a:lnTo>
                  <a:pt x="27843" y="242683"/>
                </a:lnTo>
                <a:lnTo>
                  <a:pt x="29322" y="240152"/>
                </a:lnTo>
                <a:lnTo>
                  <a:pt x="30858" y="237678"/>
                </a:lnTo>
                <a:lnTo>
                  <a:pt x="32395" y="235147"/>
                </a:lnTo>
                <a:lnTo>
                  <a:pt x="33992" y="232674"/>
                </a:lnTo>
                <a:lnTo>
                  <a:pt x="35588" y="230318"/>
                </a:lnTo>
                <a:lnTo>
                  <a:pt x="37302" y="227904"/>
                </a:lnTo>
                <a:lnTo>
                  <a:pt x="39017" y="225608"/>
                </a:lnTo>
                <a:lnTo>
                  <a:pt x="40731" y="223253"/>
                </a:lnTo>
                <a:lnTo>
                  <a:pt x="42445" y="221016"/>
                </a:lnTo>
                <a:lnTo>
                  <a:pt x="44277" y="218719"/>
                </a:lnTo>
                <a:lnTo>
                  <a:pt x="46110" y="216540"/>
                </a:lnTo>
                <a:lnTo>
                  <a:pt x="47942" y="214362"/>
                </a:lnTo>
                <a:lnTo>
                  <a:pt x="49835" y="212183"/>
                </a:lnTo>
                <a:lnTo>
                  <a:pt x="51786" y="210064"/>
                </a:lnTo>
                <a:lnTo>
                  <a:pt x="53736" y="207943"/>
                </a:lnTo>
                <a:lnTo>
                  <a:pt x="55629" y="205884"/>
                </a:lnTo>
                <a:lnTo>
                  <a:pt x="57697" y="203822"/>
                </a:lnTo>
                <a:lnTo>
                  <a:pt x="59707" y="201821"/>
                </a:lnTo>
                <a:lnTo>
                  <a:pt x="61777" y="199818"/>
                </a:lnTo>
                <a:lnTo>
                  <a:pt x="63904" y="197875"/>
                </a:lnTo>
                <a:lnTo>
                  <a:pt x="66032" y="195932"/>
                </a:lnTo>
                <a:lnTo>
                  <a:pt x="68161" y="194048"/>
                </a:lnTo>
                <a:lnTo>
                  <a:pt x="70348" y="192164"/>
                </a:lnTo>
                <a:lnTo>
                  <a:pt x="72594" y="190339"/>
                </a:lnTo>
                <a:lnTo>
                  <a:pt x="74781" y="188514"/>
                </a:lnTo>
                <a:lnTo>
                  <a:pt x="77088" y="186747"/>
                </a:lnTo>
                <a:lnTo>
                  <a:pt x="79451" y="184981"/>
                </a:lnTo>
                <a:lnTo>
                  <a:pt x="81758" y="183214"/>
                </a:lnTo>
                <a:lnTo>
                  <a:pt x="84063" y="181447"/>
                </a:lnTo>
                <a:lnTo>
                  <a:pt x="88852" y="178151"/>
                </a:lnTo>
                <a:lnTo>
                  <a:pt x="89620" y="177621"/>
                </a:lnTo>
                <a:close/>
                <a:moveTo>
                  <a:pt x="156274" y="0"/>
                </a:moveTo>
                <a:lnTo>
                  <a:pt x="158637" y="0"/>
                </a:lnTo>
                <a:lnTo>
                  <a:pt x="161120" y="0"/>
                </a:lnTo>
                <a:lnTo>
                  <a:pt x="163483" y="118"/>
                </a:lnTo>
                <a:lnTo>
                  <a:pt x="165848" y="236"/>
                </a:lnTo>
                <a:lnTo>
                  <a:pt x="168153" y="471"/>
                </a:lnTo>
                <a:lnTo>
                  <a:pt x="170518" y="707"/>
                </a:lnTo>
                <a:lnTo>
                  <a:pt x="172823" y="1062"/>
                </a:lnTo>
                <a:lnTo>
                  <a:pt x="175068" y="1473"/>
                </a:lnTo>
                <a:lnTo>
                  <a:pt x="177373" y="1886"/>
                </a:lnTo>
                <a:lnTo>
                  <a:pt x="179620" y="2358"/>
                </a:lnTo>
                <a:lnTo>
                  <a:pt x="181807" y="2889"/>
                </a:lnTo>
                <a:lnTo>
                  <a:pt x="184052" y="3537"/>
                </a:lnTo>
                <a:lnTo>
                  <a:pt x="186239" y="4126"/>
                </a:lnTo>
                <a:lnTo>
                  <a:pt x="188366" y="4834"/>
                </a:lnTo>
                <a:lnTo>
                  <a:pt x="190553" y="5601"/>
                </a:lnTo>
                <a:lnTo>
                  <a:pt x="192622" y="6426"/>
                </a:lnTo>
                <a:lnTo>
                  <a:pt x="194751" y="7310"/>
                </a:lnTo>
                <a:lnTo>
                  <a:pt x="196820" y="8194"/>
                </a:lnTo>
                <a:lnTo>
                  <a:pt x="198887" y="9078"/>
                </a:lnTo>
                <a:lnTo>
                  <a:pt x="200897" y="10140"/>
                </a:lnTo>
                <a:lnTo>
                  <a:pt x="202848" y="11142"/>
                </a:lnTo>
                <a:lnTo>
                  <a:pt x="204857" y="12262"/>
                </a:lnTo>
                <a:lnTo>
                  <a:pt x="206748" y="13382"/>
                </a:lnTo>
                <a:lnTo>
                  <a:pt x="208639" y="14619"/>
                </a:lnTo>
                <a:lnTo>
                  <a:pt x="210532" y="15857"/>
                </a:lnTo>
                <a:lnTo>
                  <a:pt x="212305" y="17095"/>
                </a:lnTo>
                <a:lnTo>
                  <a:pt x="214136" y="18392"/>
                </a:lnTo>
                <a:lnTo>
                  <a:pt x="215910" y="19748"/>
                </a:lnTo>
                <a:lnTo>
                  <a:pt x="217683" y="21163"/>
                </a:lnTo>
                <a:lnTo>
                  <a:pt x="219396" y="22578"/>
                </a:lnTo>
                <a:lnTo>
                  <a:pt x="220993" y="24051"/>
                </a:lnTo>
                <a:lnTo>
                  <a:pt x="222648" y="25584"/>
                </a:lnTo>
                <a:lnTo>
                  <a:pt x="224244" y="27117"/>
                </a:lnTo>
                <a:lnTo>
                  <a:pt x="225839" y="28768"/>
                </a:lnTo>
                <a:lnTo>
                  <a:pt x="227317" y="30300"/>
                </a:lnTo>
                <a:lnTo>
                  <a:pt x="228794" y="32010"/>
                </a:lnTo>
                <a:lnTo>
                  <a:pt x="230273" y="33720"/>
                </a:lnTo>
                <a:lnTo>
                  <a:pt x="231631" y="35429"/>
                </a:lnTo>
                <a:lnTo>
                  <a:pt x="232990" y="37139"/>
                </a:lnTo>
                <a:lnTo>
                  <a:pt x="234351" y="38966"/>
                </a:lnTo>
                <a:lnTo>
                  <a:pt x="235591" y="40794"/>
                </a:lnTo>
                <a:lnTo>
                  <a:pt x="236832" y="42680"/>
                </a:lnTo>
                <a:lnTo>
                  <a:pt x="237956" y="44566"/>
                </a:lnTo>
                <a:lnTo>
                  <a:pt x="239138" y="46511"/>
                </a:lnTo>
                <a:lnTo>
                  <a:pt x="240201" y="48457"/>
                </a:lnTo>
                <a:lnTo>
                  <a:pt x="241324" y="50461"/>
                </a:lnTo>
                <a:lnTo>
                  <a:pt x="242270" y="52465"/>
                </a:lnTo>
                <a:lnTo>
                  <a:pt x="243275" y="54411"/>
                </a:lnTo>
                <a:lnTo>
                  <a:pt x="244161" y="56474"/>
                </a:lnTo>
                <a:lnTo>
                  <a:pt x="245048" y="58597"/>
                </a:lnTo>
                <a:lnTo>
                  <a:pt x="245816" y="60719"/>
                </a:lnTo>
                <a:lnTo>
                  <a:pt x="246526" y="62841"/>
                </a:lnTo>
                <a:lnTo>
                  <a:pt x="247294" y="65021"/>
                </a:lnTo>
                <a:lnTo>
                  <a:pt x="247945" y="67203"/>
                </a:lnTo>
                <a:lnTo>
                  <a:pt x="248535" y="69384"/>
                </a:lnTo>
                <a:lnTo>
                  <a:pt x="249067" y="71624"/>
                </a:lnTo>
                <a:lnTo>
                  <a:pt x="249599" y="73864"/>
                </a:lnTo>
                <a:lnTo>
                  <a:pt x="250013" y="76163"/>
                </a:lnTo>
                <a:lnTo>
                  <a:pt x="250368" y="78462"/>
                </a:lnTo>
                <a:lnTo>
                  <a:pt x="250664" y="80762"/>
                </a:lnTo>
                <a:lnTo>
                  <a:pt x="250958" y="83061"/>
                </a:lnTo>
                <a:lnTo>
                  <a:pt x="251136" y="85359"/>
                </a:lnTo>
                <a:lnTo>
                  <a:pt x="251314" y="87718"/>
                </a:lnTo>
                <a:lnTo>
                  <a:pt x="251432" y="90076"/>
                </a:lnTo>
                <a:lnTo>
                  <a:pt x="251490" y="92493"/>
                </a:lnTo>
                <a:lnTo>
                  <a:pt x="251432" y="95263"/>
                </a:lnTo>
                <a:lnTo>
                  <a:pt x="251254" y="98152"/>
                </a:lnTo>
                <a:lnTo>
                  <a:pt x="251018" y="100922"/>
                </a:lnTo>
                <a:lnTo>
                  <a:pt x="250782" y="103635"/>
                </a:lnTo>
                <a:lnTo>
                  <a:pt x="250426" y="106404"/>
                </a:lnTo>
                <a:lnTo>
                  <a:pt x="249954" y="109116"/>
                </a:lnTo>
                <a:lnTo>
                  <a:pt x="249422" y="111829"/>
                </a:lnTo>
                <a:lnTo>
                  <a:pt x="248771" y="114422"/>
                </a:lnTo>
                <a:lnTo>
                  <a:pt x="248122" y="117133"/>
                </a:lnTo>
                <a:lnTo>
                  <a:pt x="247353" y="119727"/>
                </a:lnTo>
                <a:lnTo>
                  <a:pt x="246526" y="122262"/>
                </a:lnTo>
                <a:lnTo>
                  <a:pt x="245640" y="124797"/>
                </a:lnTo>
                <a:lnTo>
                  <a:pt x="244635" y="127273"/>
                </a:lnTo>
                <a:lnTo>
                  <a:pt x="243571" y="129748"/>
                </a:lnTo>
                <a:lnTo>
                  <a:pt x="242448" y="132225"/>
                </a:lnTo>
                <a:lnTo>
                  <a:pt x="241324" y="134583"/>
                </a:lnTo>
                <a:lnTo>
                  <a:pt x="240025" y="136940"/>
                </a:lnTo>
                <a:lnTo>
                  <a:pt x="238724" y="139240"/>
                </a:lnTo>
                <a:lnTo>
                  <a:pt x="237364" y="141479"/>
                </a:lnTo>
                <a:lnTo>
                  <a:pt x="235887" y="143720"/>
                </a:lnTo>
                <a:lnTo>
                  <a:pt x="234409" y="145901"/>
                </a:lnTo>
                <a:lnTo>
                  <a:pt x="232814" y="148024"/>
                </a:lnTo>
                <a:lnTo>
                  <a:pt x="231217" y="150146"/>
                </a:lnTo>
                <a:lnTo>
                  <a:pt x="229504" y="152150"/>
                </a:lnTo>
                <a:lnTo>
                  <a:pt x="227849" y="154154"/>
                </a:lnTo>
                <a:lnTo>
                  <a:pt x="226017" y="156100"/>
                </a:lnTo>
                <a:lnTo>
                  <a:pt x="224184" y="157985"/>
                </a:lnTo>
                <a:lnTo>
                  <a:pt x="222233" y="159755"/>
                </a:lnTo>
                <a:lnTo>
                  <a:pt x="220284" y="161582"/>
                </a:lnTo>
                <a:lnTo>
                  <a:pt x="218274" y="163292"/>
                </a:lnTo>
                <a:lnTo>
                  <a:pt x="216264" y="165001"/>
                </a:lnTo>
                <a:lnTo>
                  <a:pt x="214136" y="166592"/>
                </a:lnTo>
                <a:lnTo>
                  <a:pt x="211240" y="168714"/>
                </a:lnTo>
                <a:lnTo>
                  <a:pt x="208167" y="170718"/>
                </a:lnTo>
                <a:lnTo>
                  <a:pt x="205034" y="172546"/>
                </a:lnTo>
                <a:lnTo>
                  <a:pt x="201902" y="174315"/>
                </a:lnTo>
                <a:lnTo>
                  <a:pt x="198592" y="175966"/>
                </a:lnTo>
                <a:lnTo>
                  <a:pt x="195223" y="177498"/>
                </a:lnTo>
                <a:lnTo>
                  <a:pt x="193627" y="178205"/>
                </a:lnTo>
                <a:lnTo>
                  <a:pt x="191854" y="178854"/>
                </a:lnTo>
                <a:lnTo>
                  <a:pt x="190141" y="179561"/>
                </a:lnTo>
                <a:lnTo>
                  <a:pt x="188366" y="180151"/>
                </a:lnTo>
                <a:lnTo>
                  <a:pt x="186593" y="180682"/>
                </a:lnTo>
                <a:lnTo>
                  <a:pt x="184880" y="181212"/>
                </a:lnTo>
                <a:lnTo>
                  <a:pt x="183106" y="181802"/>
                </a:lnTo>
                <a:lnTo>
                  <a:pt x="181275" y="182215"/>
                </a:lnTo>
                <a:lnTo>
                  <a:pt x="179442" y="182686"/>
                </a:lnTo>
                <a:lnTo>
                  <a:pt x="177610" y="183040"/>
                </a:lnTo>
                <a:lnTo>
                  <a:pt x="175778" y="183393"/>
                </a:lnTo>
                <a:lnTo>
                  <a:pt x="173946" y="183806"/>
                </a:lnTo>
                <a:lnTo>
                  <a:pt x="172113" y="184042"/>
                </a:lnTo>
                <a:lnTo>
                  <a:pt x="170222" y="184337"/>
                </a:lnTo>
                <a:lnTo>
                  <a:pt x="168331" y="184513"/>
                </a:lnTo>
                <a:lnTo>
                  <a:pt x="166380" y="184690"/>
                </a:lnTo>
                <a:lnTo>
                  <a:pt x="164489" y="184808"/>
                </a:lnTo>
                <a:lnTo>
                  <a:pt x="162538" y="184926"/>
                </a:lnTo>
                <a:lnTo>
                  <a:pt x="160588" y="184984"/>
                </a:lnTo>
                <a:lnTo>
                  <a:pt x="158637" y="184984"/>
                </a:lnTo>
                <a:lnTo>
                  <a:pt x="156450" y="184984"/>
                </a:lnTo>
                <a:lnTo>
                  <a:pt x="154205" y="184866"/>
                </a:lnTo>
                <a:lnTo>
                  <a:pt x="151958" y="184749"/>
                </a:lnTo>
                <a:lnTo>
                  <a:pt x="149771" y="184572"/>
                </a:lnTo>
                <a:lnTo>
                  <a:pt x="147584" y="184337"/>
                </a:lnTo>
                <a:lnTo>
                  <a:pt x="145457" y="184100"/>
                </a:lnTo>
                <a:lnTo>
                  <a:pt x="143270" y="183746"/>
                </a:lnTo>
                <a:lnTo>
                  <a:pt x="141143" y="183335"/>
                </a:lnTo>
                <a:lnTo>
                  <a:pt x="139014" y="182922"/>
                </a:lnTo>
                <a:lnTo>
                  <a:pt x="136887" y="182449"/>
                </a:lnTo>
                <a:lnTo>
                  <a:pt x="134818" y="181920"/>
                </a:lnTo>
                <a:lnTo>
                  <a:pt x="132749" y="181329"/>
                </a:lnTo>
                <a:lnTo>
                  <a:pt x="130740" y="180682"/>
                </a:lnTo>
                <a:lnTo>
                  <a:pt x="128671" y="180033"/>
                </a:lnTo>
                <a:lnTo>
                  <a:pt x="126721" y="179385"/>
                </a:lnTo>
                <a:lnTo>
                  <a:pt x="124770" y="178559"/>
                </a:lnTo>
                <a:lnTo>
                  <a:pt x="122761" y="177792"/>
                </a:lnTo>
                <a:lnTo>
                  <a:pt x="120810" y="176908"/>
                </a:lnTo>
                <a:lnTo>
                  <a:pt x="118919" y="176025"/>
                </a:lnTo>
                <a:lnTo>
                  <a:pt x="117028" y="175141"/>
                </a:lnTo>
                <a:lnTo>
                  <a:pt x="115136" y="174139"/>
                </a:lnTo>
                <a:lnTo>
                  <a:pt x="113304" y="173195"/>
                </a:lnTo>
                <a:lnTo>
                  <a:pt x="111530" y="172075"/>
                </a:lnTo>
                <a:lnTo>
                  <a:pt x="109699" y="171013"/>
                </a:lnTo>
                <a:lnTo>
                  <a:pt x="107926" y="169893"/>
                </a:lnTo>
                <a:lnTo>
                  <a:pt x="106211" y="168714"/>
                </a:lnTo>
                <a:lnTo>
                  <a:pt x="104438" y="167536"/>
                </a:lnTo>
                <a:lnTo>
                  <a:pt x="102784" y="166239"/>
                </a:lnTo>
                <a:lnTo>
                  <a:pt x="101187" y="165001"/>
                </a:lnTo>
                <a:lnTo>
                  <a:pt x="99532" y="163645"/>
                </a:lnTo>
                <a:lnTo>
                  <a:pt x="97936" y="162348"/>
                </a:lnTo>
                <a:lnTo>
                  <a:pt x="96341" y="160933"/>
                </a:lnTo>
                <a:lnTo>
                  <a:pt x="94626" y="159342"/>
                </a:lnTo>
                <a:lnTo>
                  <a:pt x="92972" y="157691"/>
                </a:lnTo>
                <a:lnTo>
                  <a:pt x="91317" y="156040"/>
                </a:lnTo>
                <a:lnTo>
                  <a:pt x="89662" y="154272"/>
                </a:lnTo>
                <a:lnTo>
                  <a:pt x="88185" y="152503"/>
                </a:lnTo>
                <a:lnTo>
                  <a:pt x="86648" y="150675"/>
                </a:lnTo>
                <a:lnTo>
                  <a:pt x="85170" y="148789"/>
                </a:lnTo>
                <a:lnTo>
                  <a:pt x="83751" y="146903"/>
                </a:lnTo>
                <a:lnTo>
                  <a:pt x="82393" y="145016"/>
                </a:lnTo>
                <a:lnTo>
                  <a:pt x="81032" y="143012"/>
                </a:lnTo>
                <a:lnTo>
                  <a:pt x="79792" y="141008"/>
                </a:lnTo>
                <a:lnTo>
                  <a:pt x="78551" y="139004"/>
                </a:lnTo>
                <a:lnTo>
                  <a:pt x="77368" y="136940"/>
                </a:lnTo>
                <a:lnTo>
                  <a:pt x="76246" y="134818"/>
                </a:lnTo>
                <a:lnTo>
                  <a:pt x="75181" y="132696"/>
                </a:lnTo>
                <a:lnTo>
                  <a:pt x="74177" y="130515"/>
                </a:lnTo>
                <a:lnTo>
                  <a:pt x="73231" y="128334"/>
                </a:lnTo>
                <a:lnTo>
                  <a:pt x="72285" y="126094"/>
                </a:lnTo>
                <a:lnTo>
                  <a:pt x="71458" y="123854"/>
                </a:lnTo>
                <a:lnTo>
                  <a:pt x="70689" y="121614"/>
                </a:lnTo>
                <a:lnTo>
                  <a:pt x="69921" y="119315"/>
                </a:lnTo>
                <a:lnTo>
                  <a:pt x="69271" y="116957"/>
                </a:lnTo>
                <a:lnTo>
                  <a:pt x="68680" y="114598"/>
                </a:lnTo>
                <a:lnTo>
                  <a:pt x="68030" y="112182"/>
                </a:lnTo>
                <a:lnTo>
                  <a:pt x="67556" y="109823"/>
                </a:lnTo>
                <a:lnTo>
                  <a:pt x="67144" y="107406"/>
                </a:lnTo>
                <a:lnTo>
                  <a:pt x="66788" y="104990"/>
                </a:lnTo>
                <a:lnTo>
                  <a:pt x="66493" y="102514"/>
                </a:lnTo>
                <a:lnTo>
                  <a:pt x="66197" y="100038"/>
                </a:lnTo>
                <a:lnTo>
                  <a:pt x="66020" y="97503"/>
                </a:lnTo>
                <a:lnTo>
                  <a:pt x="65961" y="94968"/>
                </a:lnTo>
                <a:lnTo>
                  <a:pt x="65902" y="92493"/>
                </a:lnTo>
                <a:lnTo>
                  <a:pt x="65961" y="90076"/>
                </a:lnTo>
                <a:lnTo>
                  <a:pt x="66020" y="87718"/>
                </a:lnTo>
                <a:lnTo>
                  <a:pt x="66197" y="85359"/>
                </a:lnTo>
                <a:lnTo>
                  <a:pt x="66434" y="83061"/>
                </a:lnTo>
                <a:lnTo>
                  <a:pt x="66670" y="80702"/>
                </a:lnTo>
                <a:lnTo>
                  <a:pt x="67026" y="78403"/>
                </a:lnTo>
                <a:lnTo>
                  <a:pt x="67380" y="76163"/>
                </a:lnTo>
                <a:lnTo>
                  <a:pt x="67793" y="73805"/>
                </a:lnTo>
                <a:lnTo>
                  <a:pt x="68266" y="71566"/>
                </a:lnTo>
                <a:lnTo>
                  <a:pt x="68857" y="69384"/>
                </a:lnTo>
                <a:lnTo>
                  <a:pt x="69449" y="67144"/>
                </a:lnTo>
                <a:lnTo>
                  <a:pt x="70099" y="64963"/>
                </a:lnTo>
                <a:lnTo>
                  <a:pt x="70867" y="62841"/>
                </a:lnTo>
                <a:lnTo>
                  <a:pt x="71576" y="60659"/>
                </a:lnTo>
                <a:lnTo>
                  <a:pt x="72344" y="58597"/>
                </a:lnTo>
                <a:lnTo>
                  <a:pt x="73231" y="56474"/>
                </a:lnTo>
                <a:lnTo>
                  <a:pt x="74117" y="54411"/>
                </a:lnTo>
                <a:lnTo>
                  <a:pt x="75122" y="52465"/>
                </a:lnTo>
                <a:lnTo>
                  <a:pt x="76068" y="50402"/>
                </a:lnTo>
                <a:lnTo>
                  <a:pt x="77191" y="48457"/>
                </a:lnTo>
                <a:lnTo>
                  <a:pt x="78255" y="46511"/>
                </a:lnTo>
                <a:lnTo>
                  <a:pt x="79437" y="44566"/>
                </a:lnTo>
                <a:lnTo>
                  <a:pt x="80560" y="42680"/>
                </a:lnTo>
                <a:lnTo>
                  <a:pt x="81801" y="40794"/>
                </a:lnTo>
                <a:lnTo>
                  <a:pt x="83043" y="38966"/>
                </a:lnTo>
                <a:lnTo>
                  <a:pt x="84402" y="37139"/>
                </a:lnTo>
                <a:lnTo>
                  <a:pt x="85761" y="35429"/>
                </a:lnTo>
                <a:lnTo>
                  <a:pt x="87121" y="33660"/>
                </a:lnTo>
                <a:lnTo>
                  <a:pt x="88598" y="31951"/>
                </a:lnTo>
                <a:lnTo>
                  <a:pt x="90076" y="30300"/>
                </a:lnTo>
                <a:lnTo>
                  <a:pt x="91553" y="28650"/>
                </a:lnTo>
                <a:lnTo>
                  <a:pt x="93149" y="27117"/>
                </a:lnTo>
                <a:lnTo>
                  <a:pt x="94745" y="25526"/>
                </a:lnTo>
                <a:lnTo>
                  <a:pt x="96341" y="23993"/>
                </a:lnTo>
                <a:lnTo>
                  <a:pt x="97996" y="22578"/>
                </a:lnTo>
                <a:lnTo>
                  <a:pt x="99710" y="21104"/>
                </a:lnTo>
                <a:lnTo>
                  <a:pt x="101483" y="19689"/>
                </a:lnTo>
                <a:lnTo>
                  <a:pt x="103256" y="18392"/>
                </a:lnTo>
                <a:lnTo>
                  <a:pt x="105089" y="17095"/>
                </a:lnTo>
                <a:lnTo>
                  <a:pt x="106862" y="15857"/>
                </a:lnTo>
                <a:lnTo>
                  <a:pt x="108753" y="14561"/>
                </a:lnTo>
                <a:lnTo>
                  <a:pt x="110644" y="13382"/>
                </a:lnTo>
                <a:lnTo>
                  <a:pt x="112594" y="12262"/>
                </a:lnTo>
                <a:lnTo>
                  <a:pt x="114545" y="11142"/>
                </a:lnTo>
                <a:lnTo>
                  <a:pt x="116496" y="10140"/>
                </a:lnTo>
                <a:lnTo>
                  <a:pt x="118565" y="9078"/>
                </a:lnTo>
                <a:lnTo>
                  <a:pt x="120574" y="8194"/>
                </a:lnTo>
                <a:lnTo>
                  <a:pt x="122643" y="7310"/>
                </a:lnTo>
                <a:lnTo>
                  <a:pt x="124770" y="6426"/>
                </a:lnTo>
                <a:lnTo>
                  <a:pt x="126839" y="5601"/>
                </a:lnTo>
                <a:lnTo>
                  <a:pt x="129026" y="4834"/>
                </a:lnTo>
                <a:lnTo>
                  <a:pt x="131153" y="4126"/>
                </a:lnTo>
                <a:lnTo>
                  <a:pt x="133340" y="3537"/>
                </a:lnTo>
                <a:lnTo>
                  <a:pt x="135586" y="2889"/>
                </a:lnTo>
                <a:lnTo>
                  <a:pt x="137773" y="2358"/>
                </a:lnTo>
                <a:lnTo>
                  <a:pt x="140019" y="1886"/>
                </a:lnTo>
                <a:lnTo>
                  <a:pt x="142324" y="1415"/>
                </a:lnTo>
                <a:lnTo>
                  <a:pt x="144570" y="1062"/>
                </a:lnTo>
                <a:lnTo>
                  <a:pt x="146876" y="707"/>
                </a:lnTo>
                <a:lnTo>
                  <a:pt x="149239" y="471"/>
                </a:lnTo>
                <a:lnTo>
                  <a:pt x="151545" y="236"/>
                </a:lnTo>
                <a:lnTo>
                  <a:pt x="153909" y="118"/>
                </a:lnTo>
                <a:lnTo>
                  <a:pt x="156274"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311900" y="3606800"/>
            <a:ext cx="571500" cy="5588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8" name="Freeform 8"/>
          <p:cNvSpPr/>
          <p:nvPr/>
        </p:nvSpPr>
        <p:spPr>
          <a:xfrm>
            <a:off x="6451600" y="3670300"/>
            <a:ext cx="312664" cy="394418"/>
          </a:xfrm>
          <a:custGeom>
            <a:avLst/>
            <a:gdLst/>
            <a:ahLst/>
            <a:cxnLst/>
            <a:rect l="l" t="t" r="r" b="b"/>
            <a:pathLst>
              <a:path w="312664" h="394418">
                <a:moveTo>
                  <a:pt x="89620" y="177621"/>
                </a:moveTo>
                <a:lnTo>
                  <a:pt x="90270" y="178327"/>
                </a:lnTo>
                <a:lnTo>
                  <a:pt x="91393" y="179741"/>
                </a:lnTo>
                <a:lnTo>
                  <a:pt x="92575" y="181036"/>
                </a:lnTo>
                <a:lnTo>
                  <a:pt x="95000" y="183744"/>
                </a:lnTo>
                <a:lnTo>
                  <a:pt x="97483" y="186276"/>
                </a:lnTo>
                <a:lnTo>
                  <a:pt x="100142" y="188749"/>
                </a:lnTo>
                <a:lnTo>
                  <a:pt x="102803" y="191045"/>
                </a:lnTo>
                <a:lnTo>
                  <a:pt x="105640" y="193283"/>
                </a:lnTo>
                <a:lnTo>
                  <a:pt x="108537" y="195402"/>
                </a:lnTo>
                <a:lnTo>
                  <a:pt x="111434" y="197405"/>
                </a:lnTo>
                <a:lnTo>
                  <a:pt x="114507" y="199288"/>
                </a:lnTo>
                <a:lnTo>
                  <a:pt x="117582" y="201055"/>
                </a:lnTo>
                <a:lnTo>
                  <a:pt x="120833" y="202645"/>
                </a:lnTo>
                <a:lnTo>
                  <a:pt x="124026" y="204175"/>
                </a:lnTo>
                <a:lnTo>
                  <a:pt x="127335" y="205589"/>
                </a:lnTo>
                <a:lnTo>
                  <a:pt x="130646" y="206826"/>
                </a:lnTo>
                <a:lnTo>
                  <a:pt x="134075" y="207943"/>
                </a:lnTo>
                <a:lnTo>
                  <a:pt x="137504" y="208886"/>
                </a:lnTo>
                <a:lnTo>
                  <a:pt x="136736" y="209828"/>
                </a:lnTo>
                <a:lnTo>
                  <a:pt x="136026" y="210652"/>
                </a:lnTo>
                <a:lnTo>
                  <a:pt x="135376" y="211536"/>
                </a:lnTo>
                <a:lnTo>
                  <a:pt x="134666" y="212537"/>
                </a:lnTo>
                <a:lnTo>
                  <a:pt x="134134" y="213479"/>
                </a:lnTo>
                <a:lnTo>
                  <a:pt x="133543" y="214480"/>
                </a:lnTo>
                <a:lnTo>
                  <a:pt x="133011" y="215481"/>
                </a:lnTo>
                <a:lnTo>
                  <a:pt x="132538" y="216540"/>
                </a:lnTo>
                <a:lnTo>
                  <a:pt x="132183" y="217541"/>
                </a:lnTo>
                <a:lnTo>
                  <a:pt x="131829" y="218660"/>
                </a:lnTo>
                <a:lnTo>
                  <a:pt x="131474" y="219720"/>
                </a:lnTo>
                <a:lnTo>
                  <a:pt x="131237" y="220897"/>
                </a:lnTo>
                <a:lnTo>
                  <a:pt x="131060" y="221958"/>
                </a:lnTo>
                <a:lnTo>
                  <a:pt x="130824" y="223135"/>
                </a:lnTo>
                <a:lnTo>
                  <a:pt x="130764" y="224312"/>
                </a:lnTo>
                <a:lnTo>
                  <a:pt x="130705" y="225490"/>
                </a:lnTo>
                <a:lnTo>
                  <a:pt x="130764" y="226845"/>
                </a:lnTo>
                <a:lnTo>
                  <a:pt x="130882" y="228140"/>
                </a:lnTo>
                <a:lnTo>
                  <a:pt x="131119" y="229436"/>
                </a:lnTo>
                <a:lnTo>
                  <a:pt x="131356" y="230671"/>
                </a:lnTo>
                <a:lnTo>
                  <a:pt x="131651" y="231908"/>
                </a:lnTo>
                <a:lnTo>
                  <a:pt x="132006" y="233204"/>
                </a:lnTo>
                <a:lnTo>
                  <a:pt x="132479" y="234381"/>
                </a:lnTo>
                <a:lnTo>
                  <a:pt x="132951" y="235558"/>
                </a:lnTo>
                <a:lnTo>
                  <a:pt x="133601" y="236677"/>
                </a:lnTo>
                <a:lnTo>
                  <a:pt x="134193" y="237796"/>
                </a:lnTo>
                <a:lnTo>
                  <a:pt x="134844" y="238857"/>
                </a:lnTo>
                <a:lnTo>
                  <a:pt x="135612" y="239916"/>
                </a:lnTo>
                <a:lnTo>
                  <a:pt x="136380" y="240916"/>
                </a:lnTo>
                <a:lnTo>
                  <a:pt x="137208" y="241918"/>
                </a:lnTo>
                <a:lnTo>
                  <a:pt x="138154" y="242860"/>
                </a:lnTo>
                <a:lnTo>
                  <a:pt x="139041" y="243685"/>
                </a:lnTo>
                <a:lnTo>
                  <a:pt x="125148" y="347784"/>
                </a:lnTo>
                <a:lnTo>
                  <a:pt x="159022" y="380522"/>
                </a:lnTo>
                <a:lnTo>
                  <a:pt x="191891" y="347784"/>
                </a:lnTo>
                <a:lnTo>
                  <a:pt x="177998" y="243685"/>
                </a:lnTo>
                <a:lnTo>
                  <a:pt x="179003" y="242801"/>
                </a:lnTo>
                <a:lnTo>
                  <a:pt x="179831" y="241859"/>
                </a:lnTo>
                <a:lnTo>
                  <a:pt x="180717" y="240858"/>
                </a:lnTo>
                <a:lnTo>
                  <a:pt x="181486" y="239916"/>
                </a:lnTo>
                <a:lnTo>
                  <a:pt x="182195" y="238797"/>
                </a:lnTo>
                <a:lnTo>
                  <a:pt x="182904" y="237796"/>
                </a:lnTo>
                <a:lnTo>
                  <a:pt x="183554" y="236619"/>
                </a:lnTo>
                <a:lnTo>
                  <a:pt x="184086" y="235500"/>
                </a:lnTo>
                <a:lnTo>
                  <a:pt x="184560" y="234323"/>
                </a:lnTo>
                <a:lnTo>
                  <a:pt x="185092" y="233145"/>
                </a:lnTo>
                <a:lnTo>
                  <a:pt x="185447" y="231908"/>
                </a:lnTo>
                <a:lnTo>
                  <a:pt x="185743" y="230671"/>
                </a:lnTo>
                <a:lnTo>
                  <a:pt x="185979" y="229436"/>
                </a:lnTo>
                <a:lnTo>
                  <a:pt x="186157" y="228081"/>
                </a:lnTo>
                <a:lnTo>
                  <a:pt x="186275" y="226845"/>
                </a:lnTo>
                <a:lnTo>
                  <a:pt x="186275" y="225490"/>
                </a:lnTo>
                <a:lnTo>
                  <a:pt x="186275" y="224312"/>
                </a:lnTo>
                <a:lnTo>
                  <a:pt x="186215" y="223253"/>
                </a:lnTo>
                <a:lnTo>
                  <a:pt x="186097" y="222193"/>
                </a:lnTo>
                <a:lnTo>
                  <a:pt x="185919" y="221134"/>
                </a:lnTo>
                <a:lnTo>
                  <a:pt x="185683" y="220073"/>
                </a:lnTo>
                <a:lnTo>
                  <a:pt x="185447" y="219072"/>
                </a:lnTo>
                <a:lnTo>
                  <a:pt x="185151" y="218072"/>
                </a:lnTo>
                <a:lnTo>
                  <a:pt x="184737" y="217071"/>
                </a:lnTo>
                <a:lnTo>
                  <a:pt x="184323" y="216129"/>
                </a:lnTo>
                <a:lnTo>
                  <a:pt x="183910" y="215128"/>
                </a:lnTo>
                <a:lnTo>
                  <a:pt x="183436" y="214244"/>
                </a:lnTo>
                <a:lnTo>
                  <a:pt x="182964" y="213302"/>
                </a:lnTo>
                <a:lnTo>
                  <a:pt x="182314" y="212419"/>
                </a:lnTo>
                <a:lnTo>
                  <a:pt x="181781" y="211477"/>
                </a:lnTo>
                <a:lnTo>
                  <a:pt x="181131" y="210652"/>
                </a:lnTo>
                <a:lnTo>
                  <a:pt x="180541" y="209828"/>
                </a:lnTo>
                <a:lnTo>
                  <a:pt x="183850" y="209004"/>
                </a:lnTo>
                <a:lnTo>
                  <a:pt x="187220" y="208062"/>
                </a:lnTo>
                <a:lnTo>
                  <a:pt x="190530" y="207002"/>
                </a:lnTo>
                <a:lnTo>
                  <a:pt x="193841" y="205824"/>
                </a:lnTo>
                <a:lnTo>
                  <a:pt x="197033" y="204470"/>
                </a:lnTo>
                <a:lnTo>
                  <a:pt x="200226" y="203116"/>
                </a:lnTo>
                <a:lnTo>
                  <a:pt x="203299" y="201526"/>
                </a:lnTo>
                <a:lnTo>
                  <a:pt x="206374" y="199818"/>
                </a:lnTo>
                <a:lnTo>
                  <a:pt x="209329" y="198053"/>
                </a:lnTo>
                <a:lnTo>
                  <a:pt x="212226" y="196110"/>
                </a:lnTo>
                <a:lnTo>
                  <a:pt x="215123" y="194107"/>
                </a:lnTo>
                <a:lnTo>
                  <a:pt x="217842" y="191987"/>
                </a:lnTo>
                <a:lnTo>
                  <a:pt x="220561" y="189749"/>
                </a:lnTo>
                <a:lnTo>
                  <a:pt x="223103" y="187395"/>
                </a:lnTo>
                <a:lnTo>
                  <a:pt x="225586" y="184981"/>
                </a:lnTo>
                <a:lnTo>
                  <a:pt x="228069" y="182448"/>
                </a:lnTo>
                <a:lnTo>
                  <a:pt x="228719" y="181800"/>
                </a:lnTo>
                <a:lnTo>
                  <a:pt x="229429" y="182390"/>
                </a:lnTo>
                <a:lnTo>
                  <a:pt x="234039" y="185923"/>
                </a:lnTo>
                <a:lnTo>
                  <a:pt x="238473" y="189573"/>
                </a:lnTo>
                <a:lnTo>
                  <a:pt x="242848" y="193342"/>
                </a:lnTo>
                <a:lnTo>
                  <a:pt x="245095" y="195226"/>
                </a:lnTo>
                <a:lnTo>
                  <a:pt x="247164" y="197169"/>
                </a:lnTo>
                <a:lnTo>
                  <a:pt x="249232" y="199170"/>
                </a:lnTo>
                <a:lnTo>
                  <a:pt x="251301" y="201173"/>
                </a:lnTo>
                <a:lnTo>
                  <a:pt x="253370" y="203175"/>
                </a:lnTo>
                <a:lnTo>
                  <a:pt x="255380" y="205176"/>
                </a:lnTo>
                <a:lnTo>
                  <a:pt x="257331" y="207179"/>
                </a:lnTo>
                <a:lnTo>
                  <a:pt x="259282" y="209299"/>
                </a:lnTo>
                <a:lnTo>
                  <a:pt x="261233" y="211418"/>
                </a:lnTo>
                <a:lnTo>
                  <a:pt x="263125" y="213538"/>
                </a:lnTo>
                <a:lnTo>
                  <a:pt x="264958" y="215716"/>
                </a:lnTo>
                <a:lnTo>
                  <a:pt x="266790" y="217895"/>
                </a:lnTo>
                <a:lnTo>
                  <a:pt x="268563" y="220133"/>
                </a:lnTo>
                <a:lnTo>
                  <a:pt x="270337" y="222429"/>
                </a:lnTo>
                <a:lnTo>
                  <a:pt x="272052" y="224666"/>
                </a:lnTo>
                <a:lnTo>
                  <a:pt x="273766" y="226963"/>
                </a:lnTo>
                <a:lnTo>
                  <a:pt x="275481" y="229318"/>
                </a:lnTo>
                <a:lnTo>
                  <a:pt x="277076" y="231673"/>
                </a:lnTo>
                <a:lnTo>
                  <a:pt x="278672" y="234028"/>
                </a:lnTo>
                <a:lnTo>
                  <a:pt x="280269" y="236442"/>
                </a:lnTo>
                <a:lnTo>
                  <a:pt x="281805" y="238915"/>
                </a:lnTo>
                <a:lnTo>
                  <a:pt x="283284" y="241329"/>
                </a:lnTo>
                <a:lnTo>
                  <a:pt x="284762" y="243920"/>
                </a:lnTo>
                <a:lnTo>
                  <a:pt x="286181" y="246451"/>
                </a:lnTo>
                <a:lnTo>
                  <a:pt x="287599" y="248984"/>
                </a:lnTo>
                <a:lnTo>
                  <a:pt x="288958" y="251574"/>
                </a:lnTo>
                <a:lnTo>
                  <a:pt x="290318" y="254165"/>
                </a:lnTo>
                <a:lnTo>
                  <a:pt x="291559" y="256874"/>
                </a:lnTo>
                <a:lnTo>
                  <a:pt x="292861" y="259582"/>
                </a:lnTo>
                <a:lnTo>
                  <a:pt x="294043" y="262291"/>
                </a:lnTo>
                <a:lnTo>
                  <a:pt x="295284" y="264999"/>
                </a:lnTo>
                <a:lnTo>
                  <a:pt x="296407" y="267884"/>
                </a:lnTo>
                <a:lnTo>
                  <a:pt x="297531" y="270652"/>
                </a:lnTo>
                <a:lnTo>
                  <a:pt x="298595" y="273478"/>
                </a:lnTo>
                <a:lnTo>
                  <a:pt x="299659" y="276422"/>
                </a:lnTo>
                <a:lnTo>
                  <a:pt x="300604" y="279307"/>
                </a:lnTo>
                <a:lnTo>
                  <a:pt x="301610" y="282251"/>
                </a:lnTo>
                <a:lnTo>
                  <a:pt x="302496" y="285253"/>
                </a:lnTo>
                <a:lnTo>
                  <a:pt x="303442" y="288257"/>
                </a:lnTo>
                <a:lnTo>
                  <a:pt x="304269" y="291377"/>
                </a:lnTo>
                <a:lnTo>
                  <a:pt x="305037" y="294439"/>
                </a:lnTo>
                <a:lnTo>
                  <a:pt x="305866" y="297619"/>
                </a:lnTo>
                <a:lnTo>
                  <a:pt x="306575" y="300740"/>
                </a:lnTo>
                <a:lnTo>
                  <a:pt x="307284" y="303919"/>
                </a:lnTo>
                <a:lnTo>
                  <a:pt x="307934" y="307157"/>
                </a:lnTo>
                <a:lnTo>
                  <a:pt x="308585" y="310454"/>
                </a:lnTo>
                <a:lnTo>
                  <a:pt x="309117" y="313752"/>
                </a:lnTo>
                <a:lnTo>
                  <a:pt x="309709" y="317108"/>
                </a:lnTo>
                <a:lnTo>
                  <a:pt x="310181" y="320464"/>
                </a:lnTo>
                <a:lnTo>
                  <a:pt x="310595" y="323938"/>
                </a:lnTo>
                <a:lnTo>
                  <a:pt x="311009" y="327354"/>
                </a:lnTo>
                <a:lnTo>
                  <a:pt x="311363" y="330886"/>
                </a:lnTo>
                <a:lnTo>
                  <a:pt x="311659" y="334419"/>
                </a:lnTo>
                <a:lnTo>
                  <a:pt x="312014" y="337952"/>
                </a:lnTo>
                <a:lnTo>
                  <a:pt x="312250" y="341602"/>
                </a:lnTo>
                <a:lnTo>
                  <a:pt x="312428" y="345253"/>
                </a:lnTo>
                <a:lnTo>
                  <a:pt x="312605" y="348903"/>
                </a:lnTo>
                <a:lnTo>
                  <a:pt x="312664" y="352671"/>
                </a:lnTo>
                <a:lnTo>
                  <a:pt x="312664" y="353261"/>
                </a:lnTo>
                <a:lnTo>
                  <a:pt x="312191" y="353555"/>
                </a:lnTo>
                <a:lnTo>
                  <a:pt x="307876" y="356028"/>
                </a:lnTo>
                <a:lnTo>
                  <a:pt x="303501" y="358442"/>
                </a:lnTo>
                <a:lnTo>
                  <a:pt x="299127" y="360738"/>
                </a:lnTo>
                <a:lnTo>
                  <a:pt x="294693" y="362976"/>
                </a:lnTo>
                <a:lnTo>
                  <a:pt x="290200" y="365154"/>
                </a:lnTo>
                <a:lnTo>
                  <a:pt x="285707" y="367274"/>
                </a:lnTo>
                <a:lnTo>
                  <a:pt x="281155" y="369277"/>
                </a:lnTo>
                <a:lnTo>
                  <a:pt x="276603" y="371220"/>
                </a:lnTo>
                <a:lnTo>
                  <a:pt x="272052" y="373103"/>
                </a:lnTo>
                <a:lnTo>
                  <a:pt x="267440" y="374928"/>
                </a:lnTo>
                <a:lnTo>
                  <a:pt x="262829" y="376578"/>
                </a:lnTo>
                <a:lnTo>
                  <a:pt x="258159" y="378226"/>
                </a:lnTo>
                <a:lnTo>
                  <a:pt x="253430" y="379815"/>
                </a:lnTo>
                <a:lnTo>
                  <a:pt x="248700" y="381229"/>
                </a:lnTo>
                <a:lnTo>
                  <a:pt x="243971" y="382701"/>
                </a:lnTo>
                <a:lnTo>
                  <a:pt x="239243" y="383996"/>
                </a:lnTo>
                <a:lnTo>
                  <a:pt x="234453" y="385233"/>
                </a:lnTo>
                <a:lnTo>
                  <a:pt x="229606" y="386410"/>
                </a:lnTo>
                <a:lnTo>
                  <a:pt x="224818" y="387529"/>
                </a:lnTo>
                <a:lnTo>
                  <a:pt x="220030" y="388530"/>
                </a:lnTo>
                <a:lnTo>
                  <a:pt x="215182" y="389472"/>
                </a:lnTo>
                <a:lnTo>
                  <a:pt x="210275" y="390355"/>
                </a:lnTo>
                <a:lnTo>
                  <a:pt x="205369" y="391121"/>
                </a:lnTo>
                <a:lnTo>
                  <a:pt x="200522" y="391768"/>
                </a:lnTo>
                <a:lnTo>
                  <a:pt x="195614" y="392416"/>
                </a:lnTo>
                <a:lnTo>
                  <a:pt x="190649" y="392946"/>
                </a:lnTo>
                <a:lnTo>
                  <a:pt x="185743" y="393358"/>
                </a:lnTo>
                <a:lnTo>
                  <a:pt x="180777" y="393711"/>
                </a:lnTo>
                <a:lnTo>
                  <a:pt x="175811" y="394006"/>
                </a:lnTo>
                <a:lnTo>
                  <a:pt x="170845" y="394301"/>
                </a:lnTo>
                <a:lnTo>
                  <a:pt x="165880" y="394418"/>
                </a:lnTo>
                <a:lnTo>
                  <a:pt x="160914" y="394418"/>
                </a:lnTo>
                <a:lnTo>
                  <a:pt x="155593" y="394418"/>
                </a:lnTo>
                <a:lnTo>
                  <a:pt x="150273" y="394241"/>
                </a:lnTo>
                <a:lnTo>
                  <a:pt x="144953" y="393948"/>
                </a:lnTo>
                <a:lnTo>
                  <a:pt x="139691" y="393653"/>
                </a:lnTo>
                <a:lnTo>
                  <a:pt x="134430" y="393240"/>
                </a:lnTo>
                <a:lnTo>
                  <a:pt x="129168" y="392769"/>
                </a:lnTo>
                <a:lnTo>
                  <a:pt x="123908" y="392181"/>
                </a:lnTo>
                <a:lnTo>
                  <a:pt x="118704" y="391415"/>
                </a:lnTo>
                <a:lnTo>
                  <a:pt x="113444" y="390649"/>
                </a:lnTo>
                <a:lnTo>
                  <a:pt x="108241" y="389767"/>
                </a:lnTo>
                <a:lnTo>
                  <a:pt x="103099" y="388766"/>
                </a:lnTo>
                <a:lnTo>
                  <a:pt x="97895" y="387706"/>
                </a:lnTo>
                <a:lnTo>
                  <a:pt x="92753" y="386587"/>
                </a:lnTo>
                <a:lnTo>
                  <a:pt x="87610" y="385291"/>
                </a:lnTo>
                <a:lnTo>
                  <a:pt x="82526" y="383996"/>
                </a:lnTo>
                <a:lnTo>
                  <a:pt x="77500" y="382582"/>
                </a:lnTo>
                <a:lnTo>
                  <a:pt x="72417" y="381052"/>
                </a:lnTo>
                <a:lnTo>
                  <a:pt x="67393" y="379522"/>
                </a:lnTo>
                <a:lnTo>
                  <a:pt x="62427" y="377814"/>
                </a:lnTo>
                <a:lnTo>
                  <a:pt x="57461" y="376047"/>
                </a:lnTo>
                <a:lnTo>
                  <a:pt x="52554" y="374164"/>
                </a:lnTo>
                <a:lnTo>
                  <a:pt x="47648" y="372220"/>
                </a:lnTo>
                <a:lnTo>
                  <a:pt x="42800" y="370159"/>
                </a:lnTo>
                <a:lnTo>
                  <a:pt x="37893" y="368040"/>
                </a:lnTo>
                <a:lnTo>
                  <a:pt x="33105" y="365802"/>
                </a:lnTo>
                <a:lnTo>
                  <a:pt x="28376" y="363506"/>
                </a:lnTo>
                <a:lnTo>
                  <a:pt x="23646" y="361151"/>
                </a:lnTo>
                <a:lnTo>
                  <a:pt x="18917" y="358677"/>
                </a:lnTo>
                <a:lnTo>
                  <a:pt x="14247" y="356146"/>
                </a:lnTo>
                <a:lnTo>
                  <a:pt x="9635" y="353555"/>
                </a:lnTo>
                <a:lnTo>
                  <a:pt x="5084" y="350788"/>
                </a:lnTo>
                <a:lnTo>
                  <a:pt x="532" y="347961"/>
                </a:lnTo>
                <a:lnTo>
                  <a:pt x="0" y="350375"/>
                </a:lnTo>
                <a:lnTo>
                  <a:pt x="0" y="347078"/>
                </a:lnTo>
                <a:lnTo>
                  <a:pt x="178" y="343310"/>
                </a:lnTo>
                <a:lnTo>
                  <a:pt x="414" y="339542"/>
                </a:lnTo>
                <a:lnTo>
                  <a:pt x="650" y="335773"/>
                </a:lnTo>
                <a:lnTo>
                  <a:pt x="1005" y="332181"/>
                </a:lnTo>
                <a:lnTo>
                  <a:pt x="1300" y="328531"/>
                </a:lnTo>
                <a:lnTo>
                  <a:pt x="1714" y="324880"/>
                </a:lnTo>
                <a:lnTo>
                  <a:pt x="2187" y="321407"/>
                </a:lnTo>
                <a:lnTo>
                  <a:pt x="2661" y="317873"/>
                </a:lnTo>
                <a:lnTo>
                  <a:pt x="3193" y="314400"/>
                </a:lnTo>
                <a:lnTo>
                  <a:pt x="3724" y="310985"/>
                </a:lnTo>
                <a:lnTo>
                  <a:pt x="4374" y="307570"/>
                </a:lnTo>
                <a:lnTo>
                  <a:pt x="5024" y="304272"/>
                </a:lnTo>
                <a:lnTo>
                  <a:pt x="5676" y="300916"/>
                </a:lnTo>
                <a:lnTo>
                  <a:pt x="6502" y="297678"/>
                </a:lnTo>
                <a:lnTo>
                  <a:pt x="7212" y="294439"/>
                </a:lnTo>
                <a:lnTo>
                  <a:pt x="8039" y="291259"/>
                </a:lnTo>
                <a:lnTo>
                  <a:pt x="8927" y="288080"/>
                </a:lnTo>
                <a:lnTo>
                  <a:pt x="9813" y="285018"/>
                </a:lnTo>
                <a:lnTo>
                  <a:pt x="10759" y="281898"/>
                </a:lnTo>
                <a:lnTo>
                  <a:pt x="11706" y="278895"/>
                </a:lnTo>
                <a:lnTo>
                  <a:pt x="12769" y="275833"/>
                </a:lnTo>
                <a:lnTo>
                  <a:pt x="13774" y="272889"/>
                </a:lnTo>
                <a:lnTo>
                  <a:pt x="14897" y="270003"/>
                </a:lnTo>
                <a:lnTo>
                  <a:pt x="16021" y="267059"/>
                </a:lnTo>
                <a:lnTo>
                  <a:pt x="17202" y="264234"/>
                </a:lnTo>
                <a:lnTo>
                  <a:pt x="18385" y="261466"/>
                </a:lnTo>
                <a:lnTo>
                  <a:pt x="19627" y="258641"/>
                </a:lnTo>
                <a:lnTo>
                  <a:pt x="20867" y="255872"/>
                </a:lnTo>
                <a:lnTo>
                  <a:pt x="22228" y="253164"/>
                </a:lnTo>
                <a:lnTo>
                  <a:pt x="23588" y="250515"/>
                </a:lnTo>
                <a:lnTo>
                  <a:pt x="24947" y="247865"/>
                </a:lnTo>
                <a:lnTo>
                  <a:pt x="26365" y="245274"/>
                </a:lnTo>
                <a:lnTo>
                  <a:pt x="27843" y="242683"/>
                </a:lnTo>
                <a:lnTo>
                  <a:pt x="29322" y="240152"/>
                </a:lnTo>
                <a:lnTo>
                  <a:pt x="30858" y="237678"/>
                </a:lnTo>
                <a:lnTo>
                  <a:pt x="32395" y="235147"/>
                </a:lnTo>
                <a:lnTo>
                  <a:pt x="33992" y="232674"/>
                </a:lnTo>
                <a:lnTo>
                  <a:pt x="35588" y="230318"/>
                </a:lnTo>
                <a:lnTo>
                  <a:pt x="37302" y="227904"/>
                </a:lnTo>
                <a:lnTo>
                  <a:pt x="39017" y="225608"/>
                </a:lnTo>
                <a:lnTo>
                  <a:pt x="40731" y="223253"/>
                </a:lnTo>
                <a:lnTo>
                  <a:pt x="42445" y="221016"/>
                </a:lnTo>
                <a:lnTo>
                  <a:pt x="44277" y="218719"/>
                </a:lnTo>
                <a:lnTo>
                  <a:pt x="46110" y="216540"/>
                </a:lnTo>
                <a:lnTo>
                  <a:pt x="47942" y="214362"/>
                </a:lnTo>
                <a:lnTo>
                  <a:pt x="49835" y="212183"/>
                </a:lnTo>
                <a:lnTo>
                  <a:pt x="51786" y="210064"/>
                </a:lnTo>
                <a:lnTo>
                  <a:pt x="53736" y="207943"/>
                </a:lnTo>
                <a:lnTo>
                  <a:pt x="55629" y="205884"/>
                </a:lnTo>
                <a:lnTo>
                  <a:pt x="57697" y="203822"/>
                </a:lnTo>
                <a:lnTo>
                  <a:pt x="59707" y="201821"/>
                </a:lnTo>
                <a:lnTo>
                  <a:pt x="61777" y="199818"/>
                </a:lnTo>
                <a:lnTo>
                  <a:pt x="63904" y="197875"/>
                </a:lnTo>
                <a:lnTo>
                  <a:pt x="66032" y="195932"/>
                </a:lnTo>
                <a:lnTo>
                  <a:pt x="68161" y="194048"/>
                </a:lnTo>
                <a:lnTo>
                  <a:pt x="70348" y="192164"/>
                </a:lnTo>
                <a:lnTo>
                  <a:pt x="72594" y="190339"/>
                </a:lnTo>
                <a:lnTo>
                  <a:pt x="74781" y="188514"/>
                </a:lnTo>
                <a:lnTo>
                  <a:pt x="77088" y="186747"/>
                </a:lnTo>
                <a:lnTo>
                  <a:pt x="79451" y="184981"/>
                </a:lnTo>
                <a:lnTo>
                  <a:pt x="81758" y="183214"/>
                </a:lnTo>
                <a:lnTo>
                  <a:pt x="84063" y="181447"/>
                </a:lnTo>
                <a:lnTo>
                  <a:pt x="88852" y="178151"/>
                </a:lnTo>
                <a:lnTo>
                  <a:pt x="89620" y="177621"/>
                </a:lnTo>
                <a:close/>
                <a:moveTo>
                  <a:pt x="156273" y="0"/>
                </a:moveTo>
                <a:lnTo>
                  <a:pt x="158637" y="0"/>
                </a:lnTo>
                <a:lnTo>
                  <a:pt x="161120" y="0"/>
                </a:lnTo>
                <a:lnTo>
                  <a:pt x="163483" y="118"/>
                </a:lnTo>
                <a:lnTo>
                  <a:pt x="165848" y="236"/>
                </a:lnTo>
                <a:lnTo>
                  <a:pt x="168153" y="471"/>
                </a:lnTo>
                <a:lnTo>
                  <a:pt x="170518" y="707"/>
                </a:lnTo>
                <a:lnTo>
                  <a:pt x="172823" y="1062"/>
                </a:lnTo>
                <a:lnTo>
                  <a:pt x="175068" y="1473"/>
                </a:lnTo>
                <a:lnTo>
                  <a:pt x="177373" y="1886"/>
                </a:lnTo>
                <a:lnTo>
                  <a:pt x="179620" y="2358"/>
                </a:lnTo>
                <a:lnTo>
                  <a:pt x="181807" y="2889"/>
                </a:lnTo>
                <a:lnTo>
                  <a:pt x="184052" y="3537"/>
                </a:lnTo>
                <a:lnTo>
                  <a:pt x="186239" y="4126"/>
                </a:lnTo>
                <a:lnTo>
                  <a:pt x="188366" y="4834"/>
                </a:lnTo>
                <a:lnTo>
                  <a:pt x="190553" y="5601"/>
                </a:lnTo>
                <a:lnTo>
                  <a:pt x="192622" y="6426"/>
                </a:lnTo>
                <a:lnTo>
                  <a:pt x="194751" y="7310"/>
                </a:lnTo>
                <a:lnTo>
                  <a:pt x="196820" y="8194"/>
                </a:lnTo>
                <a:lnTo>
                  <a:pt x="198887" y="9078"/>
                </a:lnTo>
                <a:lnTo>
                  <a:pt x="200897" y="10140"/>
                </a:lnTo>
                <a:lnTo>
                  <a:pt x="202848" y="11142"/>
                </a:lnTo>
                <a:lnTo>
                  <a:pt x="204857" y="12262"/>
                </a:lnTo>
                <a:lnTo>
                  <a:pt x="206748" y="13382"/>
                </a:lnTo>
                <a:lnTo>
                  <a:pt x="208639" y="14619"/>
                </a:lnTo>
                <a:lnTo>
                  <a:pt x="210532" y="15857"/>
                </a:lnTo>
                <a:lnTo>
                  <a:pt x="212305" y="17095"/>
                </a:lnTo>
                <a:lnTo>
                  <a:pt x="214136" y="18392"/>
                </a:lnTo>
                <a:lnTo>
                  <a:pt x="215910" y="19748"/>
                </a:lnTo>
                <a:lnTo>
                  <a:pt x="217683" y="21163"/>
                </a:lnTo>
                <a:lnTo>
                  <a:pt x="219396" y="22578"/>
                </a:lnTo>
                <a:lnTo>
                  <a:pt x="220993" y="24051"/>
                </a:lnTo>
                <a:lnTo>
                  <a:pt x="222648" y="25584"/>
                </a:lnTo>
                <a:lnTo>
                  <a:pt x="224244" y="27117"/>
                </a:lnTo>
                <a:lnTo>
                  <a:pt x="225839" y="28768"/>
                </a:lnTo>
                <a:lnTo>
                  <a:pt x="227317" y="30300"/>
                </a:lnTo>
                <a:lnTo>
                  <a:pt x="228794" y="32010"/>
                </a:lnTo>
                <a:lnTo>
                  <a:pt x="230273" y="33720"/>
                </a:lnTo>
                <a:lnTo>
                  <a:pt x="231631" y="35429"/>
                </a:lnTo>
                <a:lnTo>
                  <a:pt x="232990" y="37139"/>
                </a:lnTo>
                <a:lnTo>
                  <a:pt x="234351" y="38966"/>
                </a:lnTo>
                <a:lnTo>
                  <a:pt x="235591" y="40794"/>
                </a:lnTo>
                <a:lnTo>
                  <a:pt x="236832" y="42680"/>
                </a:lnTo>
                <a:lnTo>
                  <a:pt x="237956" y="44566"/>
                </a:lnTo>
                <a:lnTo>
                  <a:pt x="239138" y="46511"/>
                </a:lnTo>
                <a:lnTo>
                  <a:pt x="240201" y="48457"/>
                </a:lnTo>
                <a:lnTo>
                  <a:pt x="241324" y="50461"/>
                </a:lnTo>
                <a:lnTo>
                  <a:pt x="242270" y="52465"/>
                </a:lnTo>
                <a:lnTo>
                  <a:pt x="243275" y="54411"/>
                </a:lnTo>
                <a:lnTo>
                  <a:pt x="244161" y="56474"/>
                </a:lnTo>
                <a:lnTo>
                  <a:pt x="245048" y="58597"/>
                </a:lnTo>
                <a:lnTo>
                  <a:pt x="245816" y="60719"/>
                </a:lnTo>
                <a:lnTo>
                  <a:pt x="246526" y="62841"/>
                </a:lnTo>
                <a:lnTo>
                  <a:pt x="247294" y="65021"/>
                </a:lnTo>
                <a:lnTo>
                  <a:pt x="247945" y="67203"/>
                </a:lnTo>
                <a:lnTo>
                  <a:pt x="248535" y="69384"/>
                </a:lnTo>
                <a:lnTo>
                  <a:pt x="249067" y="71624"/>
                </a:lnTo>
                <a:lnTo>
                  <a:pt x="249599" y="73864"/>
                </a:lnTo>
                <a:lnTo>
                  <a:pt x="250013" y="76163"/>
                </a:lnTo>
                <a:lnTo>
                  <a:pt x="250368" y="78462"/>
                </a:lnTo>
                <a:lnTo>
                  <a:pt x="250664" y="80762"/>
                </a:lnTo>
                <a:lnTo>
                  <a:pt x="250958" y="83061"/>
                </a:lnTo>
                <a:lnTo>
                  <a:pt x="251136" y="85359"/>
                </a:lnTo>
                <a:lnTo>
                  <a:pt x="251314" y="87718"/>
                </a:lnTo>
                <a:lnTo>
                  <a:pt x="251432" y="90076"/>
                </a:lnTo>
                <a:lnTo>
                  <a:pt x="251490" y="92493"/>
                </a:lnTo>
                <a:lnTo>
                  <a:pt x="251432" y="95263"/>
                </a:lnTo>
                <a:lnTo>
                  <a:pt x="251254" y="98152"/>
                </a:lnTo>
                <a:lnTo>
                  <a:pt x="251018" y="100922"/>
                </a:lnTo>
                <a:lnTo>
                  <a:pt x="250782" y="103635"/>
                </a:lnTo>
                <a:lnTo>
                  <a:pt x="250426" y="106404"/>
                </a:lnTo>
                <a:lnTo>
                  <a:pt x="249954" y="109116"/>
                </a:lnTo>
                <a:lnTo>
                  <a:pt x="249422" y="111829"/>
                </a:lnTo>
                <a:lnTo>
                  <a:pt x="248771" y="114422"/>
                </a:lnTo>
                <a:lnTo>
                  <a:pt x="248122" y="117133"/>
                </a:lnTo>
                <a:lnTo>
                  <a:pt x="247353" y="119727"/>
                </a:lnTo>
                <a:lnTo>
                  <a:pt x="246526" y="122262"/>
                </a:lnTo>
                <a:lnTo>
                  <a:pt x="245640" y="124797"/>
                </a:lnTo>
                <a:lnTo>
                  <a:pt x="244635" y="127273"/>
                </a:lnTo>
                <a:lnTo>
                  <a:pt x="243571" y="129748"/>
                </a:lnTo>
                <a:lnTo>
                  <a:pt x="242448" y="132225"/>
                </a:lnTo>
                <a:lnTo>
                  <a:pt x="241324" y="134583"/>
                </a:lnTo>
                <a:lnTo>
                  <a:pt x="240025" y="136940"/>
                </a:lnTo>
                <a:lnTo>
                  <a:pt x="238724" y="139240"/>
                </a:lnTo>
                <a:lnTo>
                  <a:pt x="237364" y="141479"/>
                </a:lnTo>
                <a:lnTo>
                  <a:pt x="235887" y="143720"/>
                </a:lnTo>
                <a:lnTo>
                  <a:pt x="234409" y="145901"/>
                </a:lnTo>
                <a:lnTo>
                  <a:pt x="232814" y="148024"/>
                </a:lnTo>
                <a:lnTo>
                  <a:pt x="231217" y="150146"/>
                </a:lnTo>
                <a:lnTo>
                  <a:pt x="229504" y="152150"/>
                </a:lnTo>
                <a:lnTo>
                  <a:pt x="227849" y="154154"/>
                </a:lnTo>
                <a:lnTo>
                  <a:pt x="226017" y="156100"/>
                </a:lnTo>
                <a:lnTo>
                  <a:pt x="224184" y="157985"/>
                </a:lnTo>
                <a:lnTo>
                  <a:pt x="222233" y="159755"/>
                </a:lnTo>
                <a:lnTo>
                  <a:pt x="220284" y="161582"/>
                </a:lnTo>
                <a:lnTo>
                  <a:pt x="218274" y="163292"/>
                </a:lnTo>
                <a:lnTo>
                  <a:pt x="216264" y="165001"/>
                </a:lnTo>
                <a:lnTo>
                  <a:pt x="214136" y="166592"/>
                </a:lnTo>
                <a:lnTo>
                  <a:pt x="211240" y="168714"/>
                </a:lnTo>
                <a:lnTo>
                  <a:pt x="208167" y="170718"/>
                </a:lnTo>
                <a:lnTo>
                  <a:pt x="205034" y="172546"/>
                </a:lnTo>
                <a:lnTo>
                  <a:pt x="201902" y="174315"/>
                </a:lnTo>
                <a:lnTo>
                  <a:pt x="198592" y="175966"/>
                </a:lnTo>
                <a:lnTo>
                  <a:pt x="195223" y="177498"/>
                </a:lnTo>
                <a:lnTo>
                  <a:pt x="193627" y="178205"/>
                </a:lnTo>
                <a:lnTo>
                  <a:pt x="191854" y="178854"/>
                </a:lnTo>
                <a:lnTo>
                  <a:pt x="190141" y="179561"/>
                </a:lnTo>
                <a:lnTo>
                  <a:pt x="188366" y="180151"/>
                </a:lnTo>
                <a:lnTo>
                  <a:pt x="186593" y="180682"/>
                </a:lnTo>
                <a:lnTo>
                  <a:pt x="184880" y="181212"/>
                </a:lnTo>
                <a:lnTo>
                  <a:pt x="183106" y="181802"/>
                </a:lnTo>
                <a:lnTo>
                  <a:pt x="181275" y="182215"/>
                </a:lnTo>
                <a:lnTo>
                  <a:pt x="179442" y="182686"/>
                </a:lnTo>
                <a:lnTo>
                  <a:pt x="177610" y="183040"/>
                </a:lnTo>
                <a:lnTo>
                  <a:pt x="175778" y="183393"/>
                </a:lnTo>
                <a:lnTo>
                  <a:pt x="173946" y="183806"/>
                </a:lnTo>
                <a:lnTo>
                  <a:pt x="172113" y="184042"/>
                </a:lnTo>
                <a:lnTo>
                  <a:pt x="170222" y="184337"/>
                </a:lnTo>
                <a:lnTo>
                  <a:pt x="168331" y="184513"/>
                </a:lnTo>
                <a:lnTo>
                  <a:pt x="166380" y="184690"/>
                </a:lnTo>
                <a:lnTo>
                  <a:pt x="164489" y="184808"/>
                </a:lnTo>
                <a:lnTo>
                  <a:pt x="162538" y="184926"/>
                </a:lnTo>
                <a:lnTo>
                  <a:pt x="160588" y="184984"/>
                </a:lnTo>
                <a:lnTo>
                  <a:pt x="158637" y="184984"/>
                </a:lnTo>
                <a:lnTo>
                  <a:pt x="156450" y="184984"/>
                </a:lnTo>
                <a:lnTo>
                  <a:pt x="154205" y="184866"/>
                </a:lnTo>
                <a:lnTo>
                  <a:pt x="151958" y="184749"/>
                </a:lnTo>
                <a:lnTo>
                  <a:pt x="149771" y="184572"/>
                </a:lnTo>
                <a:lnTo>
                  <a:pt x="147584" y="184337"/>
                </a:lnTo>
                <a:lnTo>
                  <a:pt x="145457" y="184100"/>
                </a:lnTo>
                <a:lnTo>
                  <a:pt x="143270" y="183746"/>
                </a:lnTo>
                <a:lnTo>
                  <a:pt x="141143" y="183335"/>
                </a:lnTo>
                <a:lnTo>
                  <a:pt x="139014" y="182922"/>
                </a:lnTo>
                <a:lnTo>
                  <a:pt x="136887" y="182449"/>
                </a:lnTo>
                <a:lnTo>
                  <a:pt x="134818" y="181920"/>
                </a:lnTo>
                <a:lnTo>
                  <a:pt x="132749" y="181329"/>
                </a:lnTo>
                <a:lnTo>
                  <a:pt x="130740" y="180682"/>
                </a:lnTo>
                <a:lnTo>
                  <a:pt x="128671" y="180033"/>
                </a:lnTo>
                <a:lnTo>
                  <a:pt x="126721" y="179385"/>
                </a:lnTo>
                <a:lnTo>
                  <a:pt x="124770" y="178559"/>
                </a:lnTo>
                <a:lnTo>
                  <a:pt x="122761" y="177792"/>
                </a:lnTo>
                <a:lnTo>
                  <a:pt x="120810" y="176908"/>
                </a:lnTo>
                <a:lnTo>
                  <a:pt x="118919" y="176025"/>
                </a:lnTo>
                <a:lnTo>
                  <a:pt x="117028" y="175141"/>
                </a:lnTo>
                <a:lnTo>
                  <a:pt x="115136" y="174139"/>
                </a:lnTo>
                <a:lnTo>
                  <a:pt x="113304" y="173195"/>
                </a:lnTo>
                <a:lnTo>
                  <a:pt x="111530" y="172075"/>
                </a:lnTo>
                <a:lnTo>
                  <a:pt x="109699" y="171013"/>
                </a:lnTo>
                <a:lnTo>
                  <a:pt x="107926" y="169893"/>
                </a:lnTo>
                <a:lnTo>
                  <a:pt x="106211" y="168714"/>
                </a:lnTo>
                <a:lnTo>
                  <a:pt x="104438" y="167536"/>
                </a:lnTo>
                <a:lnTo>
                  <a:pt x="102784" y="166239"/>
                </a:lnTo>
                <a:lnTo>
                  <a:pt x="101187" y="165001"/>
                </a:lnTo>
                <a:lnTo>
                  <a:pt x="99532" y="163645"/>
                </a:lnTo>
                <a:lnTo>
                  <a:pt x="97936" y="162348"/>
                </a:lnTo>
                <a:lnTo>
                  <a:pt x="96341" y="160933"/>
                </a:lnTo>
                <a:lnTo>
                  <a:pt x="94626" y="159342"/>
                </a:lnTo>
                <a:lnTo>
                  <a:pt x="92972" y="157691"/>
                </a:lnTo>
                <a:lnTo>
                  <a:pt x="91317" y="156040"/>
                </a:lnTo>
                <a:lnTo>
                  <a:pt x="89662" y="154272"/>
                </a:lnTo>
                <a:lnTo>
                  <a:pt x="88185" y="152503"/>
                </a:lnTo>
                <a:lnTo>
                  <a:pt x="86648" y="150675"/>
                </a:lnTo>
                <a:lnTo>
                  <a:pt x="85170" y="148789"/>
                </a:lnTo>
                <a:lnTo>
                  <a:pt x="83751" y="146903"/>
                </a:lnTo>
                <a:lnTo>
                  <a:pt x="82393" y="145016"/>
                </a:lnTo>
                <a:lnTo>
                  <a:pt x="81032" y="143012"/>
                </a:lnTo>
                <a:lnTo>
                  <a:pt x="79792" y="141008"/>
                </a:lnTo>
                <a:lnTo>
                  <a:pt x="78551" y="139004"/>
                </a:lnTo>
                <a:lnTo>
                  <a:pt x="77368" y="136940"/>
                </a:lnTo>
                <a:lnTo>
                  <a:pt x="76246" y="134818"/>
                </a:lnTo>
                <a:lnTo>
                  <a:pt x="75181" y="132696"/>
                </a:lnTo>
                <a:lnTo>
                  <a:pt x="74177" y="130515"/>
                </a:lnTo>
                <a:lnTo>
                  <a:pt x="73231" y="128334"/>
                </a:lnTo>
                <a:lnTo>
                  <a:pt x="72285" y="126094"/>
                </a:lnTo>
                <a:lnTo>
                  <a:pt x="71458" y="123854"/>
                </a:lnTo>
                <a:lnTo>
                  <a:pt x="70689" y="121614"/>
                </a:lnTo>
                <a:lnTo>
                  <a:pt x="69921" y="119315"/>
                </a:lnTo>
                <a:lnTo>
                  <a:pt x="69271" y="116957"/>
                </a:lnTo>
                <a:lnTo>
                  <a:pt x="68680" y="114598"/>
                </a:lnTo>
                <a:lnTo>
                  <a:pt x="68030" y="112182"/>
                </a:lnTo>
                <a:lnTo>
                  <a:pt x="67556" y="109823"/>
                </a:lnTo>
                <a:lnTo>
                  <a:pt x="67144" y="107406"/>
                </a:lnTo>
                <a:lnTo>
                  <a:pt x="66788" y="104990"/>
                </a:lnTo>
                <a:lnTo>
                  <a:pt x="66493" y="102514"/>
                </a:lnTo>
                <a:lnTo>
                  <a:pt x="66197" y="100038"/>
                </a:lnTo>
                <a:lnTo>
                  <a:pt x="66020" y="97503"/>
                </a:lnTo>
                <a:lnTo>
                  <a:pt x="65961" y="94968"/>
                </a:lnTo>
                <a:lnTo>
                  <a:pt x="65902" y="92493"/>
                </a:lnTo>
                <a:lnTo>
                  <a:pt x="65961" y="90076"/>
                </a:lnTo>
                <a:lnTo>
                  <a:pt x="66020" y="87718"/>
                </a:lnTo>
                <a:lnTo>
                  <a:pt x="66197" y="85359"/>
                </a:lnTo>
                <a:lnTo>
                  <a:pt x="66434" y="83061"/>
                </a:lnTo>
                <a:lnTo>
                  <a:pt x="66670" y="80702"/>
                </a:lnTo>
                <a:lnTo>
                  <a:pt x="67026" y="78403"/>
                </a:lnTo>
                <a:lnTo>
                  <a:pt x="67380" y="76163"/>
                </a:lnTo>
                <a:lnTo>
                  <a:pt x="67793" y="73805"/>
                </a:lnTo>
                <a:lnTo>
                  <a:pt x="68266" y="71566"/>
                </a:lnTo>
                <a:lnTo>
                  <a:pt x="68857" y="69384"/>
                </a:lnTo>
                <a:lnTo>
                  <a:pt x="69449" y="67144"/>
                </a:lnTo>
                <a:lnTo>
                  <a:pt x="70099" y="64963"/>
                </a:lnTo>
                <a:lnTo>
                  <a:pt x="70867" y="62841"/>
                </a:lnTo>
                <a:lnTo>
                  <a:pt x="71576" y="60659"/>
                </a:lnTo>
                <a:lnTo>
                  <a:pt x="72344" y="58597"/>
                </a:lnTo>
                <a:lnTo>
                  <a:pt x="73231" y="56474"/>
                </a:lnTo>
                <a:lnTo>
                  <a:pt x="74117" y="54411"/>
                </a:lnTo>
                <a:lnTo>
                  <a:pt x="75122" y="52465"/>
                </a:lnTo>
                <a:lnTo>
                  <a:pt x="76068" y="50402"/>
                </a:lnTo>
                <a:lnTo>
                  <a:pt x="77191" y="48457"/>
                </a:lnTo>
                <a:lnTo>
                  <a:pt x="78255" y="46511"/>
                </a:lnTo>
                <a:lnTo>
                  <a:pt x="79437" y="44566"/>
                </a:lnTo>
                <a:lnTo>
                  <a:pt x="80560" y="42680"/>
                </a:lnTo>
                <a:lnTo>
                  <a:pt x="81801" y="40794"/>
                </a:lnTo>
                <a:lnTo>
                  <a:pt x="83043" y="38966"/>
                </a:lnTo>
                <a:lnTo>
                  <a:pt x="84402" y="37139"/>
                </a:lnTo>
                <a:lnTo>
                  <a:pt x="85761" y="35429"/>
                </a:lnTo>
                <a:lnTo>
                  <a:pt x="87121" y="33660"/>
                </a:lnTo>
                <a:lnTo>
                  <a:pt x="88598" y="31951"/>
                </a:lnTo>
                <a:lnTo>
                  <a:pt x="90076" y="30300"/>
                </a:lnTo>
                <a:lnTo>
                  <a:pt x="91553" y="28650"/>
                </a:lnTo>
                <a:lnTo>
                  <a:pt x="93149" y="27117"/>
                </a:lnTo>
                <a:lnTo>
                  <a:pt x="94745" y="25526"/>
                </a:lnTo>
                <a:lnTo>
                  <a:pt x="96341" y="23993"/>
                </a:lnTo>
                <a:lnTo>
                  <a:pt x="97996" y="22578"/>
                </a:lnTo>
                <a:lnTo>
                  <a:pt x="99710" y="21104"/>
                </a:lnTo>
                <a:lnTo>
                  <a:pt x="101483" y="19689"/>
                </a:lnTo>
                <a:lnTo>
                  <a:pt x="103256" y="18392"/>
                </a:lnTo>
                <a:lnTo>
                  <a:pt x="105089" y="17095"/>
                </a:lnTo>
                <a:lnTo>
                  <a:pt x="106862" y="15857"/>
                </a:lnTo>
                <a:lnTo>
                  <a:pt x="108753" y="14561"/>
                </a:lnTo>
                <a:lnTo>
                  <a:pt x="110644" y="13382"/>
                </a:lnTo>
                <a:lnTo>
                  <a:pt x="112594" y="12262"/>
                </a:lnTo>
                <a:lnTo>
                  <a:pt x="114545" y="11142"/>
                </a:lnTo>
                <a:lnTo>
                  <a:pt x="116496" y="10140"/>
                </a:lnTo>
                <a:lnTo>
                  <a:pt x="118565" y="9078"/>
                </a:lnTo>
                <a:lnTo>
                  <a:pt x="120574" y="8194"/>
                </a:lnTo>
                <a:lnTo>
                  <a:pt x="122643" y="7310"/>
                </a:lnTo>
                <a:lnTo>
                  <a:pt x="124770" y="6426"/>
                </a:lnTo>
                <a:lnTo>
                  <a:pt x="126839" y="5601"/>
                </a:lnTo>
                <a:lnTo>
                  <a:pt x="129026" y="4834"/>
                </a:lnTo>
                <a:lnTo>
                  <a:pt x="131153" y="4126"/>
                </a:lnTo>
                <a:lnTo>
                  <a:pt x="133340" y="3537"/>
                </a:lnTo>
                <a:lnTo>
                  <a:pt x="135586" y="2889"/>
                </a:lnTo>
                <a:lnTo>
                  <a:pt x="137773" y="2358"/>
                </a:lnTo>
                <a:lnTo>
                  <a:pt x="140019" y="1886"/>
                </a:lnTo>
                <a:lnTo>
                  <a:pt x="142324" y="1415"/>
                </a:lnTo>
                <a:lnTo>
                  <a:pt x="144570" y="1062"/>
                </a:lnTo>
                <a:lnTo>
                  <a:pt x="146876" y="707"/>
                </a:lnTo>
                <a:lnTo>
                  <a:pt x="149239" y="471"/>
                </a:lnTo>
                <a:lnTo>
                  <a:pt x="151545" y="236"/>
                </a:lnTo>
                <a:lnTo>
                  <a:pt x="153909" y="118"/>
                </a:lnTo>
                <a:lnTo>
                  <a:pt x="156273"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8128000" y="1651000"/>
            <a:ext cx="571500" cy="5588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10" name="Freeform 10"/>
          <p:cNvSpPr/>
          <p:nvPr/>
        </p:nvSpPr>
        <p:spPr>
          <a:xfrm>
            <a:off x="8255000" y="1727200"/>
            <a:ext cx="312664" cy="394418"/>
          </a:xfrm>
          <a:custGeom>
            <a:avLst/>
            <a:gdLst/>
            <a:ahLst/>
            <a:cxnLst/>
            <a:rect l="l" t="t" r="r" b="b"/>
            <a:pathLst>
              <a:path w="312664" h="394418">
                <a:moveTo>
                  <a:pt x="89620" y="177621"/>
                </a:moveTo>
                <a:lnTo>
                  <a:pt x="90270" y="178327"/>
                </a:lnTo>
                <a:lnTo>
                  <a:pt x="91393" y="179741"/>
                </a:lnTo>
                <a:lnTo>
                  <a:pt x="92575" y="181036"/>
                </a:lnTo>
                <a:lnTo>
                  <a:pt x="95000" y="183744"/>
                </a:lnTo>
                <a:lnTo>
                  <a:pt x="97483" y="186276"/>
                </a:lnTo>
                <a:lnTo>
                  <a:pt x="100142" y="188749"/>
                </a:lnTo>
                <a:lnTo>
                  <a:pt x="102803" y="191045"/>
                </a:lnTo>
                <a:lnTo>
                  <a:pt x="105640" y="193283"/>
                </a:lnTo>
                <a:lnTo>
                  <a:pt x="108537" y="195402"/>
                </a:lnTo>
                <a:lnTo>
                  <a:pt x="111434" y="197405"/>
                </a:lnTo>
                <a:lnTo>
                  <a:pt x="114507" y="199288"/>
                </a:lnTo>
                <a:lnTo>
                  <a:pt x="117582" y="201055"/>
                </a:lnTo>
                <a:lnTo>
                  <a:pt x="120833" y="202645"/>
                </a:lnTo>
                <a:lnTo>
                  <a:pt x="124026" y="204175"/>
                </a:lnTo>
                <a:lnTo>
                  <a:pt x="127335" y="205589"/>
                </a:lnTo>
                <a:lnTo>
                  <a:pt x="130646" y="206826"/>
                </a:lnTo>
                <a:lnTo>
                  <a:pt x="134075" y="207943"/>
                </a:lnTo>
                <a:lnTo>
                  <a:pt x="137504" y="208886"/>
                </a:lnTo>
                <a:lnTo>
                  <a:pt x="136736" y="209828"/>
                </a:lnTo>
                <a:lnTo>
                  <a:pt x="136026" y="210652"/>
                </a:lnTo>
                <a:lnTo>
                  <a:pt x="135376" y="211536"/>
                </a:lnTo>
                <a:lnTo>
                  <a:pt x="134666" y="212537"/>
                </a:lnTo>
                <a:lnTo>
                  <a:pt x="134134" y="213479"/>
                </a:lnTo>
                <a:lnTo>
                  <a:pt x="133543" y="214480"/>
                </a:lnTo>
                <a:lnTo>
                  <a:pt x="133011" y="215481"/>
                </a:lnTo>
                <a:lnTo>
                  <a:pt x="132538" y="216540"/>
                </a:lnTo>
                <a:lnTo>
                  <a:pt x="132183" y="217541"/>
                </a:lnTo>
                <a:lnTo>
                  <a:pt x="131829" y="218660"/>
                </a:lnTo>
                <a:lnTo>
                  <a:pt x="131474" y="219720"/>
                </a:lnTo>
                <a:lnTo>
                  <a:pt x="131237" y="220897"/>
                </a:lnTo>
                <a:lnTo>
                  <a:pt x="131060" y="221958"/>
                </a:lnTo>
                <a:lnTo>
                  <a:pt x="130824" y="223135"/>
                </a:lnTo>
                <a:lnTo>
                  <a:pt x="130764" y="224312"/>
                </a:lnTo>
                <a:lnTo>
                  <a:pt x="130705" y="225490"/>
                </a:lnTo>
                <a:lnTo>
                  <a:pt x="130764" y="226845"/>
                </a:lnTo>
                <a:lnTo>
                  <a:pt x="130882" y="228140"/>
                </a:lnTo>
                <a:lnTo>
                  <a:pt x="131119" y="229436"/>
                </a:lnTo>
                <a:lnTo>
                  <a:pt x="131356" y="230671"/>
                </a:lnTo>
                <a:lnTo>
                  <a:pt x="131651" y="231908"/>
                </a:lnTo>
                <a:lnTo>
                  <a:pt x="132006" y="233204"/>
                </a:lnTo>
                <a:lnTo>
                  <a:pt x="132479" y="234381"/>
                </a:lnTo>
                <a:lnTo>
                  <a:pt x="132951" y="235558"/>
                </a:lnTo>
                <a:lnTo>
                  <a:pt x="133601" y="236677"/>
                </a:lnTo>
                <a:lnTo>
                  <a:pt x="134193" y="237796"/>
                </a:lnTo>
                <a:lnTo>
                  <a:pt x="134844" y="238857"/>
                </a:lnTo>
                <a:lnTo>
                  <a:pt x="135612" y="239916"/>
                </a:lnTo>
                <a:lnTo>
                  <a:pt x="136380" y="240916"/>
                </a:lnTo>
                <a:lnTo>
                  <a:pt x="137208" y="241918"/>
                </a:lnTo>
                <a:lnTo>
                  <a:pt x="138154" y="242860"/>
                </a:lnTo>
                <a:lnTo>
                  <a:pt x="139041" y="243685"/>
                </a:lnTo>
                <a:lnTo>
                  <a:pt x="125148" y="347784"/>
                </a:lnTo>
                <a:lnTo>
                  <a:pt x="159022" y="380522"/>
                </a:lnTo>
                <a:lnTo>
                  <a:pt x="191891" y="347784"/>
                </a:lnTo>
                <a:lnTo>
                  <a:pt x="177998" y="243685"/>
                </a:lnTo>
                <a:lnTo>
                  <a:pt x="179003" y="242801"/>
                </a:lnTo>
                <a:lnTo>
                  <a:pt x="179831" y="241859"/>
                </a:lnTo>
                <a:lnTo>
                  <a:pt x="180717" y="240858"/>
                </a:lnTo>
                <a:lnTo>
                  <a:pt x="181486" y="239916"/>
                </a:lnTo>
                <a:lnTo>
                  <a:pt x="182195" y="238797"/>
                </a:lnTo>
                <a:lnTo>
                  <a:pt x="182904" y="237796"/>
                </a:lnTo>
                <a:lnTo>
                  <a:pt x="183554" y="236619"/>
                </a:lnTo>
                <a:lnTo>
                  <a:pt x="184086" y="235500"/>
                </a:lnTo>
                <a:lnTo>
                  <a:pt x="184560" y="234323"/>
                </a:lnTo>
                <a:lnTo>
                  <a:pt x="185092" y="233145"/>
                </a:lnTo>
                <a:lnTo>
                  <a:pt x="185447" y="231908"/>
                </a:lnTo>
                <a:lnTo>
                  <a:pt x="185743" y="230671"/>
                </a:lnTo>
                <a:lnTo>
                  <a:pt x="185979" y="229436"/>
                </a:lnTo>
                <a:lnTo>
                  <a:pt x="186157" y="228081"/>
                </a:lnTo>
                <a:lnTo>
                  <a:pt x="186275" y="226845"/>
                </a:lnTo>
                <a:lnTo>
                  <a:pt x="186275" y="225490"/>
                </a:lnTo>
                <a:lnTo>
                  <a:pt x="186275" y="224312"/>
                </a:lnTo>
                <a:lnTo>
                  <a:pt x="186215" y="223253"/>
                </a:lnTo>
                <a:lnTo>
                  <a:pt x="186097" y="222193"/>
                </a:lnTo>
                <a:lnTo>
                  <a:pt x="185919" y="221134"/>
                </a:lnTo>
                <a:lnTo>
                  <a:pt x="185683" y="220073"/>
                </a:lnTo>
                <a:lnTo>
                  <a:pt x="185447" y="219072"/>
                </a:lnTo>
                <a:lnTo>
                  <a:pt x="185151" y="218072"/>
                </a:lnTo>
                <a:lnTo>
                  <a:pt x="184737" y="217071"/>
                </a:lnTo>
                <a:lnTo>
                  <a:pt x="184323" y="216129"/>
                </a:lnTo>
                <a:lnTo>
                  <a:pt x="183910" y="215128"/>
                </a:lnTo>
                <a:lnTo>
                  <a:pt x="183436" y="214244"/>
                </a:lnTo>
                <a:lnTo>
                  <a:pt x="182964" y="213302"/>
                </a:lnTo>
                <a:lnTo>
                  <a:pt x="182314" y="212419"/>
                </a:lnTo>
                <a:lnTo>
                  <a:pt x="181781" y="211477"/>
                </a:lnTo>
                <a:lnTo>
                  <a:pt x="181131" y="210652"/>
                </a:lnTo>
                <a:lnTo>
                  <a:pt x="180541" y="209828"/>
                </a:lnTo>
                <a:lnTo>
                  <a:pt x="183850" y="209004"/>
                </a:lnTo>
                <a:lnTo>
                  <a:pt x="187220" y="208062"/>
                </a:lnTo>
                <a:lnTo>
                  <a:pt x="190530" y="207002"/>
                </a:lnTo>
                <a:lnTo>
                  <a:pt x="193841" y="205824"/>
                </a:lnTo>
                <a:lnTo>
                  <a:pt x="197033" y="204470"/>
                </a:lnTo>
                <a:lnTo>
                  <a:pt x="200226" y="203116"/>
                </a:lnTo>
                <a:lnTo>
                  <a:pt x="203299" y="201526"/>
                </a:lnTo>
                <a:lnTo>
                  <a:pt x="206374" y="199818"/>
                </a:lnTo>
                <a:lnTo>
                  <a:pt x="209329" y="198053"/>
                </a:lnTo>
                <a:lnTo>
                  <a:pt x="212226" y="196110"/>
                </a:lnTo>
                <a:lnTo>
                  <a:pt x="215123" y="194107"/>
                </a:lnTo>
                <a:lnTo>
                  <a:pt x="217842" y="191987"/>
                </a:lnTo>
                <a:lnTo>
                  <a:pt x="220561" y="189749"/>
                </a:lnTo>
                <a:lnTo>
                  <a:pt x="223103" y="187395"/>
                </a:lnTo>
                <a:lnTo>
                  <a:pt x="225586" y="184981"/>
                </a:lnTo>
                <a:lnTo>
                  <a:pt x="228069" y="182448"/>
                </a:lnTo>
                <a:lnTo>
                  <a:pt x="228719" y="181800"/>
                </a:lnTo>
                <a:lnTo>
                  <a:pt x="229429" y="182390"/>
                </a:lnTo>
                <a:lnTo>
                  <a:pt x="234039" y="185923"/>
                </a:lnTo>
                <a:lnTo>
                  <a:pt x="238473" y="189573"/>
                </a:lnTo>
                <a:lnTo>
                  <a:pt x="242848" y="193342"/>
                </a:lnTo>
                <a:lnTo>
                  <a:pt x="245095" y="195226"/>
                </a:lnTo>
                <a:lnTo>
                  <a:pt x="247164" y="197169"/>
                </a:lnTo>
                <a:lnTo>
                  <a:pt x="249232" y="199170"/>
                </a:lnTo>
                <a:lnTo>
                  <a:pt x="251301" y="201173"/>
                </a:lnTo>
                <a:lnTo>
                  <a:pt x="253370" y="203175"/>
                </a:lnTo>
                <a:lnTo>
                  <a:pt x="255380" y="205176"/>
                </a:lnTo>
                <a:lnTo>
                  <a:pt x="257331" y="207179"/>
                </a:lnTo>
                <a:lnTo>
                  <a:pt x="259282" y="209299"/>
                </a:lnTo>
                <a:lnTo>
                  <a:pt x="261233" y="211418"/>
                </a:lnTo>
                <a:lnTo>
                  <a:pt x="263125" y="213538"/>
                </a:lnTo>
                <a:lnTo>
                  <a:pt x="264958" y="215716"/>
                </a:lnTo>
                <a:lnTo>
                  <a:pt x="266790" y="217895"/>
                </a:lnTo>
                <a:lnTo>
                  <a:pt x="268563" y="220133"/>
                </a:lnTo>
                <a:lnTo>
                  <a:pt x="270337" y="222429"/>
                </a:lnTo>
                <a:lnTo>
                  <a:pt x="272052" y="224666"/>
                </a:lnTo>
                <a:lnTo>
                  <a:pt x="273766" y="226963"/>
                </a:lnTo>
                <a:lnTo>
                  <a:pt x="275481" y="229318"/>
                </a:lnTo>
                <a:lnTo>
                  <a:pt x="277076" y="231673"/>
                </a:lnTo>
                <a:lnTo>
                  <a:pt x="278672" y="234028"/>
                </a:lnTo>
                <a:lnTo>
                  <a:pt x="280269" y="236442"/>
                </a:lnTo>
                <a:lnTo>
                  <a:pt x="281805" y="238915"/>
                </a:lnTo>
                <a:lnTo>
                  <a:pt x="283284" y="241329"/>
                </a:lnTo>
                <a:lnTo>
                  <a:pt x="284762" y="243920"/>
                </a:lnTo>
                <a:lnTo>
                  <a:pt x="286181" y="246451"/>
                </a:lnTo>
                <a:lnTo>
                  <a:pt x="287599" y="248983"/>
                </a:lnTo>
                <a:lnTo>
                  <a:pt x="288958" y="251574"/>
                </a:lnTo>
                <a:lnTo>
                  <a:pt x="290318" y="254165"/>
                </a:lnTo>
                <a:lnTo>
                  <a:pt x="291559" y="256874"/>
                </a:lnTo>
                <a:lnTo>
                  <a:pt x="292861" y="259582"/>
                </a:lnTo>
                <a:lnTo>
                  <a:pt x="294043" y="262291"/>
                </a:lnTo>
                <a:lnTo>
                  <a:pt x="295284" y="264999"/>
                </a:lnTo>
                <a:lnTo>
                  <a:pt x="296407" y="267884"/>
                </a:lnTo>
                <a:lnTo>
                  <a:pt x="297531" y="270652"/>
                </a:lnTo>
                <a:lnTo>
                  <a:pt x="298595" y="273478"/>
                </a:lnTo>
                <a:lnTo>
                  <a:pt x="299659" y="276422"/>
                </a:lnTo>
                <a:lnTo>
                  <a:pt x="300604" y="279307"/>
                </a:lnTo>
                <a:lnTo>
                  <a:pt x="301610" y="282251"/>
                </a:lnTo>
                <a:lnTo>
                  <a:pt x="302496" y="285253"/>
                </a:lnTo>
                <a:lnTo>
                  <a:pt x="303442" y="288257"/>
                </a:lnTo>
                <a:lnTo>
                  <a:pt x="304269" y="291377"/>
                </a:lnTo>
                <a:lnTo>
                  <a:pt x="305037" y="294439"/>
                </a:lnTo>
                <a:lnTo>
                  <a:pt x="305866" y="297619"/>
                </a:lnTo>
                <a:lnTo>
                  <a:pt x="306575" y="300740"/>
                </a:lnTo>
                <a:lnTo>
                  <a:pt x="307284" y="303919"/>
                </a:lnTo>
                <a:lnTo>
                  <a:pt x="307934" y="307157"/>
                </a:lnTo>
                <a:lnTo>
                  <a:pt x="308585" y="310454"/>
                </a:lnTo>
                <a:lnTo>
                  <a:pt x="309117" y="313752"/>
                </a:lnTo>
                <a:lnTo>
                  <a:pt x="309709" y="317108"/>
                </a:lnTo>
                <a:lnTo>
                  <a:pt x="310181" y="320464"/>
                </a:lnTo>
                <a:lnTo>
                  <a:pt x="310595" y="323938"/>
                </a:lnTo>
                <a:lnTo>
                  <a:pt x="311009" y="327354"/>
                </a:lnTo>
                <a:lnTo>
                  <a:pt x="311363" y="330886"/>
                </a:lnTo>
                <a:lnTo>
                  <a:pt x="311659" y="334419"/>
                </a:lnTo>
                <a:lnTo>
                  <a:pt x="312014" y="337952"/>
                </a:lnTo>
                <a:lnTo>
                  <a:pt x="312250" y="341602"/>
                </a:lnTo>
                <a:lnTo>
                  <a:pt x="312428" y="345253"/>
                </a:lnTo>
                <a:lnTo>
                  <a:pt x="312605" y="348903"/>
                </a:lnTo>
                <a:lnTo>
                  <a:pt x="312664" y="352671"/>
                </a:lnTo>
                <a:lnTo>
                  <a:pt x="312664" y="353261"/>
                </a:lnTo>
                <a:lnTo>
                  <a:pt x="312191" y="353555"/>
                </a:lnTo>
                <a:lnTo>
                  <a:pt x="307876" y="356028"/>
                </a:lnTo>
                <a:lnTo>
                  <a:pt x="303501" y="358442"/>
                </a:lnTo>
                <a:lnTo>
                  <a:pt x="299127" y="360738"/>
                </a:lnTo>
                <a:lnTo>
                  <a:pt x="294693" y="362976"/>
                </a:lnTo>
                <a:lnTo>
                  <a:pt x="290200" y="365154"/>
                </a:lnTo>
                <a:lnTo>
                  <a:pt x="285707" y="367274"/>
                </a:lnTo>
                <a:lnTo>
                  <a:pt x="281155" y="369277"/>
                </a:lnTo>
                <a:lnTo>
                  <a:pt x="276603" y="371220"/>
                </a:lnTo>
                <a:lnTo>
                  <a:pt x="272052" y="373103"/>
                </a:lnTo>
                <a:lnTo>
                  <a:pt x="267440" y="374928"/>
                </a:lnTo>
                <a:lnTo>
                  <a:pt x="262829" y="376578"/>
                </a:lnTo>
                <a:lnTo>
                  <a:pt x="258159" y="378226"/>
                </a:lnTo>
                <a:lnTo>
                  <a:pt x="253430" y="379815"/>
                </a:lnTo>
                <a:lnTo>
                  <a:pt x="248700" y="381229"/>
                </a:lnTo>
                <a:lnTo>
                  <a:pt x="243971" y="382701"/>
                </a:lnTo>
                <a:lnTo>
                  <a:pt x="239243" y="383996"/>
                </a:lnTo>
                <a:lnTo>
                  <a:pt x="234453" y="385233"/>
                </a:lnTo>
                <a:lnTo>
                  <a:pt x="229606" y="386410"/>
                </a:lnTo>
                <a:lnTo>
                  <a:pt x="224818" y="387529"/>
                </a:lnTo>
                <a:lnTo>
                  <a:pt x="220030" y="388530"/>
                </a:lnTo>
                <a:lnTo>
                  <a:pt x="215182" y="389472"/>
                </a:lnTo>
                <a:lnTo>
                  <a:pt x="210275" y="390355"/>
                </a:lnTo>
                <a:lnTo>
                  <a:pt x="205369" y="391121"/>
                </a:lnTo>
                <a:lnTo>
                  <a:pt x="200522" y="391768"/>
                </a:lnTo>
                <a:lnTo>
                  <a:pt x="195614" y="392416"/>
                </a:lnTo>
                <a:lnTo>
                  <a:pt x="190649" y="392946"/>
                </a:lnTo>
                <a:lnTo>
                  <a:pt x="185743" y="393358"/>
                </a:lnTo>
                <a:lnTo>
                  <a:pt x="180777" y="393711"/>
                </a:lnTo>
                <a:lnTo>
                  <a:pt x="175811" y="394006"/>
                </a:lnTo>
                <a:lnTo>
                  <a:pt x="170845" y="394301"/>
                </a:lnTo>
                <a:lnTo>
                  <a:pt x="165880" y="394418"/>
                </a:lnTo>
                <a:lnTo>
                  <a:pt x="160914" y="394418"/>
                </a:lnTo>
                <a:lnTo>
                  <a:pt x="155593" y="394418"/>
                </a:lnTo>
                <a:lnTo>
                  <a:pt x="150273" y="394241"/>
                </a:lnTo>
                <a:lnTo>
                  <a:pt x="144953" y="393948"/>
                </a:lnTo>
                <a:lnTo>
                  <a:pt x="139691" y="393653"/>
                </a:lnTo>
                <a:lnTo>
                  <a:pt x="134430" y="393240"/>
                </a:lnTo>
                <a:lnTo>
                  <a:pt x="129168" y="392769"/>
                </a:lnTo>
                <a:lnTo>
                  <a:pt x="123908" y="392181"/>
                </a:lnTo>
                <a:lnTo>
                  <a:pt x="118704" y="391415"/>
                </a:lnTo>
                <a:lnTo>
                  <a:pt x="113444" y="390649"/>
                </a:lnTo>
                <a:lnTo>
                  <a:pt x="108241" y="389767"/>
                </a:lnTo>
                <a:lnTo>
                  <a:pt x="103099" y="388766"/>
                </a:lnTo>
                <a:lnTo>
                  <a:pt x="97895" y="387706"/>
                </a:lnTo>
                <a:lnTo>
                  <a:pt x="92753" y="386587"/>
                </a:lnTo>
                <a:lnTo>
                  <a:pt x="87610" y="385291"/>
                </a:lnTo>
                <a:lnTo>
                  <a:pt x="82526" y="383996"/>
                </a:lnTo>
                <a:lnTo>
                  <a:pt x="77500" y="382582"/>
                </a:lnTo>
                <a:lnTo>
                  <a:pt x="72417" y="381052"/>
                </a:lnTo>
                <a:lnTo>
                  <a:pt x="67393" y="379522"/>
                </a:lnTo>
                <a:lnTo>
                  <a:pt x="62427" y="377814"/>
                </a:lnTo>
                <a:lnTo>
                  <a:pt x="57461" y="376047"/>
                </a:lnTo>
                <a:lnTo>
                  <a:pt x="52554" y="374164"/>
                </a:lnTo>
                <a:lnTo>
                  <a:pt x="47648" y="372220"/>
                </a:lnTo>
                <a:lnTo>
                  <a:pt x="42800" y="370159"/>
                </a:lnTo>
                <a:lnTo>
                  <a:pt x="37893" y="368040"/>
                </a:lnTo>
                <a:lnTo>
                  <a:pt x="33105" y="365802"/>
                </a:lnTo>
                <a:lnTo>
                  <a:pt x="28376" y="363506"/>
                </a:lnTo>
                <a:lnTo>
                  <a:pt x="23646" y="361151"/>
                </a:lnTo>
                <a:lnTo>
                  <a:pt x="18917" y="358677"/>
                </a:lnTo>
                <a:lnTo>
                  <a:pt x="14247" y="356146"/>
                </a:lnTo>
                <a:lnTo>
                  <a:pt x="9635" y="353555"/>
                </a:lnTo>
                <a:lnTo>
                  <a:pt x="5084" y="350788"/>
                </a:lnTo>
                <a:lnTo>
                  <a:pt x="532" y="347961"/>
                </a:lnTo>
                <a:lnTo>
                  <a:pt x="0" y="350375"/>
                </a:lnTo>
                <a:lnTo>
                  <a:pt x="0" y="347078"/>
                </a:lnTo>
                <a:lnTo>
                  <a:pt x="178" y="343310"/>
                </a:lnTo>
                <a:lnTo>
                  <a:pt x="414" y="339542"/>
                </a:lnTo>
                <a:lnTo>
                  <a:pt x="650" y="335773"/>
                </a:lnTo>
                <a:lnTo>
                  <a:pt x="1005" y="332181"/>
                </a:lnTo>
                <a:lnTo>
                  <a:pt x="1300" y="328531"/>
                </a:lnTo>
                <a:lnTo>
                  <a:pt x="1714" y="324880"/>
                </a:lnTo>
                <a:lnTo>
                  <a:pt x="2187" y="321407"/>
                </a:lnTo>
                <a:lnTo>
                  <a:pt x="2661" y="317873"/>
                </a:lnTo>
                <a:lnTo>
                  <a:pt x="3193" y="314400"/>
                </a:lnTo>
                <a:lnTo>
                  <a:pt x="3724" y="310985"/>
                </a:lnTo>
                <a:lnTo>
                  <a:pt x="4374" y="307570"/>
                </a:lnTo>
                <a:lnTo>
                  <a:pt x="5024" y="304272"/>
                </a:lnTo>
                <a:lnTo>
                  <a:pt x="5676" y="300916"/>
                </a:lnTo>
                <a:lnTo>
                  <a:pt x="6502" y="297678"/>
                </a:lnTo>
                <a:lnTo>
                  <a:pt x="7212" y="294439"/>
                </a:lnTo>
                <a:lnTo>
                  <a:pt x="8039" y="291259"/>
                </a:lnTo>
                <a:lnTo>
                  <a:pt x="8927" y="288080"/>
                </a:lnTo>
                <a:lnTo>
                  <a:pt x="9813" y="285018"/>
                </a:lnTo>
                <a:lnTo>
                  <a:pt x="10759" y="281898"/>
                </a:lnTo>
                <a:lnTo>
                  <a:pt x="11706" y="278895"/>
                </a:lnTo>
                <a:lnTo>
                  <a:pt x="12769" y="275833"/>
                </a:lnTo>
                <a:lnTo>
                  <a:pt x="13774" y="272889"/>
                </a:lnTo>
                <a:lnTo>
                  <a:pt x="14897" y="270003"/>
                </a:lnTo>
                <a:lnTo>
                  <a:pt x="16021" y="267059"/>
                </a:lnTo>
                <a:lnTo>
                  <a:pt x="17202" y="264234"/>
                </a:lnTo>
                <a:lnTo>
                  <a:pt x="18385" y="261466"/>
                </a:lnTo>
                <a:lnTo>
                  <a:pt x="19627" y="258641"/>
                </a:lnTo>
                <a:lnTo>
                  <a:pt x="20867" y="255872"/>
                </a:lnTo>
                <a:lnTo>
                  <a:pt x="22228" y="253164"/>
                </a:lnTo>
                <a:lnTo>
                  <a:pt x="23588" y="250515"/>
                </a:lnTo>
                <a:lnTo>
                  <a:pt x="24947" y="247865"/>
                </a:lnTo>
                <a:lnTo>
                  <a:pt x="26365" y="245274"/>
                </a:lnTo>
                <a:lnTo>
                  <a:pt x="27843" y="242683"/>
                </a:lnTo>
                <a:lnTo>
                  <a:pt x="29322" y="240152"/>
                </a:lnTo>
                <a:lnTo>
                  <a:pt x="30858" y="237678"/>
                </a:lnTo>
                <a:lnTo>
                  <a:pt x="32395" y="235147"/>
                </a:lnTo>
                <a:lnTo>
                  <a:pt x="33992" y="232674"/>
                </a:lnTo>
                <a:lnTo>
                  <a:pt x="35588" y="230318"/>
                </a:lnTo>
                <a:lnTo>
                  <a:pt x="37302" y="227904"/>
                </a:lnTo>
                <a:lnTo>
                  <a:pt x="39017" y="225608"/>
                </a:lnTo>
                <a:lnTo>
                  <a:pt x="40731" y="223253"/>
                </a:lnTo>
                <a:lnTo>
                  <a:pt x="42445" y="221016"/>
                </a:lnTo>
                <a:lnTo>
                  <a:pt x="44277" y="218719"/>
                </a:lnTo>
                <a:lnTo>
                  <a:pt x="46110" y="216540"/>
                </a:lnTo>
                <a:lnTo>
                  <a:pt x="47942" y="214362"/>
                </a:lnTo>
                <a:lnTo>
                  <a:pt x="49835" y="212183"/>
                </a:lnTo>
                <a:lnTo>
                  <a:pt x="51786" y="210064"/>
                </a:lnTo>
                <a:lnTo>
                  <a:pt x="53736" y="207943"/>
                </a:lnTo>
                <a:lnTo>
                  <a:pt x="55629" y="205884"/>
                </a:lnTo>
                <a:lnTo>
                  <a:pt x="57697" y="203822"/>
                </a:lnTo>
                <a:lnTo>
                  <a:pt x="59707" y="201821"/>
                </a:lnTo>
                <a:lnTo>
                  <a:pt x="61777" y="199818"/>
                </a:lnTo>
                <a:lnTo>
                  <a:pt x="63904" y="197875"/>
                </a:lnTo>
                <a:lnTo>
                  <a:pt x="66032" y="195932"/>
                </a:lnTo>
                <a:lnTo>
                  <a:pt x="68161" y="194048"/>
                </a:lnTo>
                <a:lnTo>
                  <a:pt x="70348" y="192164"/>
                </a:lnTo>
                <a:lnTo>
                  <a:pt x="72594" y="190339"/>
                </a:lnTo>
                <a:lnTo>
                  <a:pt x="74781" y="188514"/>
                </a:lnTo>
                <a:lnTo>
                  <a:pt x="77088" y="186747"/>
                </a:lnTo>
                <a:lnTo>
                  <a:pt x="79451" y="184981"/>
                </a:lnTo>
                <a:lnTo>
                  <a:pt x="81758" y="183214"/>
                </a:lnTo>
                <a:lnTo>
                  <a:pt x="84063" y="181447"/>
                </a:lnTo>
                <a:lnTo>
                  <a:pt x="88852" y="178151"/>
                </a:lnTo>
                <a:lnTo>
                  <a:pt x="89620" y="177621"/>
                </a:lnTo>
                <a:close/>
                <a:moveTo>
                  <a:pt x="156274" y="0"/>
                </a:moveTo>
                <a:lnTo>
                  <a:pt x="158637" y="0"/>
                </a:lnTo>
                <a:lnTo>
                  <a:pt x="161120" y="0"/>
                </a:lnTo>
                <a:lnTo>
                  <a:pt x="163483" y="118"/>
                </a:lnTo>
                <a:lnTo>
                  <a:pt x="165848" y="236"/>
                </a:lnTo>
                <a:lnTo>
                  <a:pt x="168153" y="471"/>
                </a:lnTo>
                <a:lnTo>
                  <a:pt x="170518" y="707"/>
                </a:lnTo>
                <a:lnTo>
                  <a:pt x="172823" y="1062"/>
                </a:lnTo>
                <a:lnTo>
                  <a:pt x="175068" y="1473"/>
                </a:lnTo>
                <a:lnTo>
                  <a:pt x="177373" y="1886"/>
                </a:lnTo>
                <a:lnTo>
                  <a:pt x="179620" y="2358"/>
                </a:lnTo>
                <a:lnTo>
                  <a:pt x="181807" y="2889"/>
                </a:lnTo>
                <a:lnTo>
                  <a:pt x="184052" y="3537"/>
                </a:lnTo>
                <a:lnTo>
                  <a:pt x="186239" y="4126"/>
                </a:lnTo>
                <a:lnTo>
                  <a:pt x="188366" y="4834"/>
                </a:lnTo>
                <a:lnTo>
                  <a:pt x="190553" y="5601"/>
                </a:lnTo>
                <a:lnTo>
                  <a:pt x="192622" y="6426"/>
                </a:lnTo>
                <a:lnTo>
                  <a:pt x="194751" y="7310"/>
                </a:lnTo>
                <a:lnTo>
                  <a:pt x="196820" y="8194"/>
                </a:lnTo>
                <a:lnTo>
                  <a:pt x="198887" y="9078"/>
                </a:lnTo>
                <a:lnTo>
                  <a:pt x="200897" y="10140"/>
                </a:lnTo>
                <a:lnTo>
                  <a:pt x="202848" y="11142"/>
                </a:lnTo>
                <a:lnTo>
                  <a:pt x="204857" y="12262"/>
                </a:lnTo>
                <a:lnTo>
                  <a:pt x="206748" y="13382"/>
                </a:lnTo>
                <a:lnTo>
                  <a:pt x="208639" y="14619"/>
                </a:lnTo>
                <a:lnTo>
                  <a:pt x="210532" y="15857"/>
                </a:lnTo>
                <a:lnTo>
                  <a:pt x="212305" y="17095"/>
                </a:lnTo>
                <a:lnTo>
                  <a:pt x="214136" y="18392"/>
                </a:lnTo>
                <a:lnTo>
                  <a:pt x="215910" y="19748"/>
                </a:lnTo>
                <a:lnTo>
                  <a:pt x="217683" y="21163"/>
                </a:lnTo>
                <a:lnTo>
                  <a:pt x="219396" y="22578"/>
                </a:lnTo>
                <a:lnTo>
                  <a:pt x="220993" y="24051"/>
                </a:lnTo>
                <a:lnTo>
                  <a:pt x="222648" y="25584"/>
                </a:lnTo>
                <a:lnTo>
                  <a:pt x="224244" y="27117"/>
                </a:lnTo>
                <a:lnTo>
                  <a:pt x="225839" y="28768"/>
                </a:lnTo>
                <a:lnTo>
                  <a:pt x="227317" y="30300"/>
                </a:lnTo>
                <a:lnTo>
                  <a:pt x="228794" y="32010"/>
                </a:lnTo>
                <a:lnTo>
                  <a:pt x="230273" y="33720"/>
                </a:lnTo>
                <a:lnTo>
                  <a:pt x="231631" y="35429"/>
                </a:lnTo>
                <a:lnTo>
                  <a:pt x="232990" y="37139"/>
                </a:lnTo>
                <a:lnTo>
                  <a:pt x="234351" y="38966"/>
                </a:lnTo>
                <a:lnTo>
                  <a:pt x="235591" y="40794"/>
                </a:lnTo>
                <a:lnTo>
                  <a:pt x="236832" y="42680"/>
                </a:lnTo>
                <a:lnTo>
                  <a:pt x="237956" y="44566"/>
                </a:lnTo>
                <a:lnTo>
                  <a:pt x="239138" y="46511"/>
                </a:lnTo>
                <a:lnTo>
                  <a:pt x="240201" y="48457"/>
                </a:lnTo>
                <a:lnTo>
                  <a:pt x="241324" y="50461"/>
                </a:lnTo>
                <a:lnTo>
                  <a:pt x="242270" y="52465"/>
                </a:lnTo>
                <a:lnTo>
                  <a:pt x="243275" y="54411"/>
                </a:lnTo>
                <a:lnTo>
                  <a:pt x="244161" y="56474"/>
                </a:lnTo>
                <a:lnTo>
                  <a:pt x="245048" y="58597"/>
                </a:lnTo>
                <a:lnTo>
                  <a:pt x="245816" y="60719"/>
                </a:lnTo>
                <a:lnTo>
                  <a:pt x="246526" y="62841"/>
                </a:lnTo>
                <a:lnTo>
                  <a:pt x="247294" y="65021"/>
                </a:lnTo>
                <a:lnTo>
                  <a:pt x="247945" y="67203"/>
                </a:lnTo>
                <a:lnTo>
                  <a:pt x="248535" y="69384"/>
                </a:lnTo>
                <a:lnTo>
                  <a:pt x="249067" y="71624"/>
                </a:lnTo>
                <a:lnTo>
                  <a:pt x="249599" y="73864"/>
                </a:lnTo>
                <a:lnTo>
                  <a:pt x="250013" y="76163"/>
                </a:lnTo>
                <a:lnTo>
                  <a:pt x="250368" y="78462"/>
                </a:lnTo>
                <a:lnTo>
                  <a:pt x="250664" y="80762"/>
                </a:lnTo>
                <a:lnTo>
                  <a:pt x="250958" y="83061"/>
                </a:lnTo>
                <a:lnTo>
                  <a:pt x="251136" y="85359"/>
                </a:lnTo>
                <a:lnTo>
                  <a:pt x="251314" y="87718"/>
                </a:lnTo>
                <a:lnTo>
                  <a:pt x="251432" y="90076"/>
                </a:lnTo>
                <a:lnTo>
                  <a:pt x="251490" y="92493"/>
                </a:lnTo>
                <a:lnTo>
                  <a:pt x="251432" y="95263"/>
                </a:lnTo>
                <a:lnTo>
                  <a:pt x="251254" y="98152"/>
                </a:lnTo>
                <a:lnTo>
                  <a:pt x="251018" y="100922"/>
                </a:lnTo>
                <a:lnTo>
                  <a:pt x="250782" y="103635"/>
                </a:lnTo>
                <a:lnTo>
                  <a:pt x="250426" y="106404"/>
                </a:lnTo>
                <a:lnTo>
                  <a:pt x="249954" y="109116"/>
                </a:lnTo>
                <a:lnTo>
                  <a:pt x="249422" y="111829"/>
                </a:lnTo>
                <a:lnTo>
                  <a:pt x="248771" y="114422"/>
                </a:lnTo>
                <a:lnTo>
                  <a:pt x="248122" y="117133"/>
                </a:lnTo>
                <a:lnTo>
                  <a:pt x="247353" y="119727"/>
                </a:lnTo>
                <a:lnTo>
                  <a:pt x="246526" y="122262"/>
                </a:lnTo>
                <a:lnTo>
                  <a:pt x="245640" y="124797"/>
                </a:lnTo>
                <a:lnTo>
                  <a:pt x="244635" y="127273"/>
                </a:lnTo>
                <a:lnTo>
                  <a:pt x="243571" y="129748"/>
                </a:lnTo>
                <a:lnTo>
                  <a:pt x="242448" y="132225"/>
                </a:lnTo>
                <a:lnTo>
                  <a:pt x="241324" y="134583"/>
                </a:lnTo>
                <a:lnTo>
                  <a:pt x="240025" y="136940"/>
                </a:lnTo>
                <a:lnTo>
                  <a:pt x="238724" y="139240"/>
                </a:lnTo>
                <a:lnTo>
                  <a:pt x="237364" y="141479"/>
                </a:lnTo>
                <a:lnTo>
                  <a:pt x="235887" y="143720"/>
                </a:lnTo>
                <a:lnTo>
                  <a:pt x="234409" y="145901"/>
                </a:lnTo>
                <a:lnTo>
                  <a:pt x="232814" y="148024"/>
                </a:lnTo>
                <a:lnTo>
                  <a:pt x="231217" y="150146"/>
                </a:lnTo>
                <a:lnTo>
                  <a:pt x="229504" y="152150"/>
                </a:lnTo>
                <a:lnTo>
                  <a:pt x="227849" y="154154"/>
                </a:lnTo>
                <a:lnTo>
                  <a:pt x="226017" y="156100"/>
                </a:lnTo>
                <a:lnTo>
                  <a:pt x="224184" y="157985"/>
                </a:lnTo>
                <a:lnTo>
                  <a:pt x="222233" y="159755"/>
                </a:lnTo>
                <a:lnTo>
                  <a:pt x="220284" y="161582"/>
                </a:lnTo>
                <a:lnTo>
                  <a:pt x="218274" y="163292"/>
                </a:lnTo>
                <a:lnTo>
                  <a:pt x="216264" y="165001"/>
                </a:lnTo>
                <a:lnTo>
                  <a:pt x="214136" y="166592"/>
                </a:lnTo>
                <a:lnTo>
                  <a:pt x="211240" y="168714"/>
                </a:lnTo>
                <a:lnTo>
                  <a:pt x="208167" y="170718"/>
                </a:lnTo>
                <a:lnTo>
                  <a:pt x="205034" y="172546"/>
                </a:lnTo>
                <a:lnTo>
                  <a:pt x="201902" y="174315"/>
                </a:lnTo>
                <a:lnTo>
                  <a:pt x="198592" y="175966"/>
                </a:lnTo>
                <a:lnTo>
                  <a:pt x="195223" y="177498"/>
                </a:lnTo>
                <a:lnTo>
                  <a:pt x="193627" y="178205"/>
                </a:lnTo>
                <a:lnTo>
                  <a:pt x="191854" y="178854"/>
                </a:lnTo>
                <a:lnTo>
                  <a:pt x="190141" y="179561"/>
                </a:lnTo>
                <a:lnTo>
                  <a:pt x="188366" y="180151"/>
                </a:lnTo>
                <a:lnTo>
                  <a:pt x="186593" y="180682"/>
                </a:lnTo>
                <a:lnTo>
                  <a:pt x="184880" y="181212"/>
                </a:lnTo>
                <a:lnTo>
                  <a:pt x="183106" y="181802"/>
                </a:lnTo>
                <a:lnTo>
                  <a:pt x="181275" y="182215"/>
                </a:lnTo>
                <a:lnTo>
                  <a:pt x="179442" y="182686"/>
                </a:lnTo>
                <a:lnTo>
                  <a:pt x="177610" y="183040"/>
                </a:lnTo>
                <a:lnTo>
                  <a:pt x="175778" y="183393"/>
                </a:lnTo>
                <a:lnTo>
                  <a:pt x="173946" y="183806"/>
                </a:lnTo>
                <a:lnTo>
                  <a:pt x="172113" y="184042"/>
                </a:lnTo>
                <a:lnTo>
                  <a:pt x="170222" y="184337"/>
                </a:lnTo>
                <a:lnTo>
                  <a:pt x="168331" y="184513"/>
                </a:lnTo>
                <a:lnTo>
                  <a:pt x="166380" y="184690"/>
                </a:lnTo>
                <a:lnTo>
                  <a:pt x="164489" y="184808"/>
                </a:lnTo>
                <a:lnTo>
                  <a:pt x="162538" y="184926"/>
                </a:lnTo>
                <a:lnTo>
                  <a:pt x="160588" y="184984"/>
                </a:lnTo>
                <a:lnTo>
                  <a:pt x="158637" y="184984"/>
                </a:lnTo>
                <a:lnTo>
                  <a:pt x="156450" y="184984"/>
                </a:lnTo>
                <a:lnTo>
                  <a:pt x="154205" y="184866"/>
                </a:lnTo>
                <a:lnTo>
                  <a:pt x="151958" y="184749"/>
                </a:lnTo>
                <a:lnTo>
                  <a:pt x="149771" y="184572"/>
                </a:lnTo>
                <a:lnTo>
                  <a:pt x="147584" y="184337"/>
                </a:lnTo>
                <a:lnTo>
                  <a:pt x="145457" y="184100"/>
                </a:lnTo>
                <a:lnTo>
                  <a:pt x="143270" y="183746"/>
                </a:lnTo>
                <a:lnTo>
                  <a:pt x="141143" y="183335"/>
                </a:lnTo>
                <a:lnTo>
                  <a:pt x="139014" y="182922"/>
                </a:lnTo>
                <a:lnTo>
                  <a:pt x="136887" y="182449"/>
                </a:lnTo>
                <a:lnTo>
                  <a:pt x="134818" y="181920"/>
                </a:lnTo>
                <a:lnTo>
                  <a:pt x="132749" y="181329"/>
                </a:lnTo>
                <a:lnTo>
                  <a:pt x="130740" y="180682"/>
                </a:lnTo>
                <a:lnTo>
                  <a:pt x="128671" y="180033"/>
                </a:lnTo>
                <a:lnTo>
                  <a:pt x="126721" y="179385"/>
                </a:lnTo>
                <a:lnTo>
                  <a:pt x="124770" y="178559"/>
                </a:lnTo>
                <a:lnTo>
                  <a:pt x="122761" y="177792"/>
                </a:lnTo>
                <a:lnTo>
                  <a:pt x="120810" y="176908"/>
                </a:lnTo>
                <a:lnTo>
                  <a:pt x="118919" y="176025"/>
                </a:lnTo>
                <a:lnTo>
                  <a:pt x="117028" y="175141"/>
                </a:lnTo>
                <a:lnTo>
                  <a:pt x="115136" y="174139"/>
                </a:lnTo>
                <a:lnTo>
                  <a:pt x="113304" y="173195"/>
                </a:lnTo>
                <a:lnTo>
                  <a:pt x="111530" y="172075"/>
                </a:lnTo>
                <a:lnTo>
                  <a:pt x="109699" y="171013"/>
                </a:lnTo>
                <a:lnTo>
                  <a:pt x="107926" y="169893"/>
                </a:lnTo>
                <a:lnTo>
                  <a:pt x="106211" y="168714"/>
                </a:lnTo>
                <a:lnTo>
                  <a:pt x="104438" y="167536"/>
                </a:lnTo>
                <a:lnTo>
                  <a:pt x="102784" y="166239"/>
                </a:lnTo>
                <a:lnTo>
                  <a:pt x="101187" y="165001"/>
                </a:lnTo>
                <a:lnTo>
                  <a:pt x="99532" y="163645"/>
                </a:lnTo>
                <a:lnTo>
                  <a:pt x="97936" y="162348"/>
                </a:lnTo>
                <a:lnTo>
                  <a:pt x="96341" y="160933"/>
                </a:lnTo>
                <a:lnTo>
                  <a:pt x="94626" y="159342"/>
                </a:lnTo>
                <a:lnTo>
                  <a:pt x="92972" y="157691"/>
                </a:lnTo>
                <a:lnTo>
                  <a:pt x="91317" y="156040"/>
                </a:lnTo>
                <a:lnTo>
                  <a:pt x="89662" y="154272"/>
                </a:lnTo>
                <a:lnTo>
                  <a:pt x="88185" y="152503"/>
                </a:lnTo>
                <a:lnTo>
                  <a:pt x="86648" y="150675"/>
                </a:lnTo>
                <a:lnTo>
                  <a:pt x="85170" y="148789"/>
                </a:lnTo>
                <a:lnTo>
                  <a:pt x="83751" y="146903"/>
                </a:lnTo>
                <a:lnTo>
                  <a:pt x="82393" y="145016"/>
                </a:lnTo>
                <a:lnTo>
                  <a:pt x="81032" y="143012"/>
                </a:lnTo>
                <a:lnTo>
                  <a:pt x="79792" y="141008"/>
                </a:lnTo>
                <a:lnTo>
                  <a:pt x="78551" y="139004"/>
                </a:lnTo>
                <a:lnTo>
                  <a:pt x="77368" y="136940"/>
                </a:lnTo>
                <a:lnTo>
                  <a:pt x="76246" y="134818"/>
                </a:lnTo>
                <a:lnTo>
                  <a:pt x="75181" y="132696"/>
                </a:lnTo>
                <a:lnTo>
                  <a:pt x="74177" y="130515"/>
                </a:lnTo>
                <a:lnTo>
                  <a:pt x="73231" y="128333"/>
                </a:lnTo>
                <a:lnTo>
                  <a:pt x="72285" y="126094"/>
                </a:lnTo>
                <a:lnTo>
                  <a:pt x="71458" y="123854"/>
                </a:lnTo>
                <a:lnTo>
                  <a:pt x="70689" y="121614"/>
                </a:lnTo>
                <a:lnTo>
                  <a:pt x="69921" y="119315"/>
                </a:lnTo>
                <a:lnTo>
                  <a:pt x="69271" y="116957"/>
                </a:lnTo>
                <a:lnTo>
                  <a:pt x="68680" y="114598"/>
                </a:lnTo>
                <a:lnTo>
                  <a:pt x="68030" y="112182"/>
                </a:lnTo>
                <a:lnTo>
                  <a:pt x="67556" y="109823"/>
                </a:lnTo>
                <a:lnTo>
                  <a:pt x="67144" y="107406"/>
                </a:lnTo>
                <a:lnTo>
                  <a:pt x="66788" y="104990"/>
                </a:lnTo>
                <a:lnTo>
                  <a:pt x="66493" y="102514"/>
                </a:lnTo>
                <a:lnTo>
                  <a:pt x="66197" y="100038"/>
                </a:lnTo>
                <a:lnTo>
                  <a:pt x="66020" y="97503"/>
                </a:lnTo>
                <a:lnTo>
                  <a:pt x="65961" y="94968"/>
                </a:lnTo>
                <a:lnTo>
                  <a:pt x="65902" y="92493"/>
                </a:lnTo>
                <a:lnTo>
                  <a:pt x="65961" y="90076"/>
                </a:lnTo>
                <a:lnTo>
                  <a:pt x="66020" y="87718"/>
                </a:lnTo>
                <a:lnTo>
                  <a:pt x="66197" y="85359"/>
                </a:lnTo>
                <a:lnTo>
                  <a:pt x="66434" y="83061"/>
                </a:lnTo>
                <a:lnTo>
                  <a:pt x="66670" y="80702"/>
                </a:lnTo>
                <a:lnTo>
                  <a:pt x="67026" y="78403"/>
                </a:lnTo>
                <a:lnTo>
                  <a:pt x="67380" y="76163"/>
                </a:lnTo>
                <a:lnTo>
                  <a:pt x="67793" y="73805"/>
                </a:lnTo>
                <a:lnTo>
                  <a:pt x="68266" y="71566"/>
                </a:lnTo>
                <a:lnTo>
                  <a:pt x="68857" y="69384"/>
                </a:lnTo>
                <a:lnTo>
                  <a:pt x="69449" y="67144"/>
                </a:lnTo>
                <a:lnTo>
                  <a:pt x="70099" y="64963"/>
                </a:lnTo>
                <a:lnTo>
                  <a:pt x="70867" y="62841"/>
                </a:lnTo>
                <a:lnTo>
                  <a:pt x="71576" y="60659"/>
                </a:lnTo>
                <a:lnTo>
                  <a:pt x="72344" y="58597"/>
                </a:lnTo>
                <a:lnTo>
                  <a:pt x="73231" y="56474"/>
                </a:lnTo>
                <a:lnTo>
                  <a:pt x="74117" y="54411"/>
                </a:lnTo>
                <a:lnTo>
                  <a:pt x="75122" y="52465"/>
                </a:lnTo>
                <a:lnTo>
                  <a:pt x="76068" y="50402"/>
                </a:lnTo>
                <a:lnTo>
                  <a:pt x="77191" y="48457"/>
                </a:lnTo>
                <a:lnTo>
                  <a:pt x="78255" y="46511"/>
                </a:lnTo>
                <a:lnTo>
                  <a:pt x="79437" y="44566"/>
                </a:lnTo>
                <a:lnTo>
                  <a:pt x="80560" y="42680"/>
                </a:lnTo>
                <a:lnTo>
                  <a:pt x="81801" y="40794"/>
                </a:lnTo>
                <a:lnTo>
                  <a:pt x="83043" y="38966"/>
                </a:lnTo>
                <a:lnTo>
                  <a:pt x="84402" y="37139"/>
                </a:lnTo>
                <a:lnTo>
                  <a:pt x="85761" y="35429"/>
                </a:lnTo>
                <a:lnTo>
                  <a:pt x="87121" y="33660"/>
                </a:lnTo>
                <a:lnTo>
                  <a:pt x="88598" y="31951"/>
                </a:lnTo>
                <a:lnTo>
                  <a:pt x="90076" y="30300"/>
                </a:lnTo>
                <a:lnTo>
                  <a:pt x="91553" y="28650"/>
                </a:lnTo>
                <a:lnTo>
                  <a:pt x="93149" y="27117"/>
                </a:lnTo>
                <a:lnTo>
                  <a:pt x="94745" y="25526"/>
                </a:lnTo>
                <a:lnTo>
                  <a:pt x="96341" y="23993"/>
                </a:lnTo>
                <a:lnTo>
                  <a:pt x="97996" y="22578"/>
                </a:lnTo>
                <a:lnTo>
                  <a:pt x="99710" y="21104"/>
                </a:lnTo>
                <a:lnTo>
                  <a:pt x="101483" y="19689"/>
                </a:lnTo>
                <a:lnTo>
                  <a:pt x="103256" y="18392"/>
                </a:lnTo>
                <a:lnTo>
                  <a:pt x="105089" y="17095"/>
                </a:lnTo>
                <a:lnTo>
                  <a:pt x="106862" y="15857"/>
                </a:lnTo>
                <a:lnTo>
                  <a:pt x="108753" y="14561"/>
                </a:lnTo>
                <a:lnTo>
                  <a:pt x="110644" y="13382"/>
                </a:lnTo>
                <a:lnTo>
                  <a:pt x="112594" y="12262"/>
                </a:lnTo>
                <a:lnTo>
                  <a:pt x="114545" y="11142"/>
                </a:lnTo>
                <a:lnTo>
                  <a:pt x="116496" y="10140"/>
                </a:lnTo>
                <a:lnTo>
                  <a:pt x="118565" y="9078"/>
                </a:lnTo>
                <a:lnTo>
                  <a:pt x="120574" y="8194"/>
                </a:lnTo>
                <a:lnTo>
                  <a:pt x="122643" y="7310"/>
                </a:lnTo>
                <a:lnTo>
                  <a:pt x="124770" y="6426"/>
                </a:lnTo>
                <a:lnTo>
                  <a:pt x="126839" y="5601"/>
                </a:lnTo>
                <a:lnTo>
                  <a:pt x="129026" y="4834"/>
                </a:lnTo>
                <a:lnTo>
                  <a:pt x="131153" y="4126"/>
                </a:lnTo>
                <a:lnTo>
                  <a:pt x="133340" y="3537"/>
                </a:lnTo>
                <a:lnTo>
                  <a:pt x="135586" y="2889"/>
                </a:lnTo>
                <a:lnTo>
                  <a:pt x="137773" y="2358"/>
                </a:lnTo>
                <a:lnTo>
                  <a:pt x="140019" y="1886"/>
                </a:lnTo>
                <a:lnTo>
                  <a:pt x="142324" y="1415"/>
                </a:lnTo>
                <a:lnTo>
                  <a:pt x="144570" y="1062"/>
                </a:lnTo>
                <a:lnTo>
                  <a:pt x="146876" y="707"/>
                </a:lnTo>
                <a:lnTo>
                  <a:pt x="149239" y="471"/>
                </a:lnTo>
                <a:lnTo>
                  <a:pt x="151545" y="236"/>
                </a:lnTo>
                <a:lnTo>
                  <a:pt x="153909" y="118"/>
                </a:lnTo>
                <a:lnTo>
                  <a:pt x="156274"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982200" y="1181100"/>
            <a:ext cx="571500" cy="5588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12" name="Freeform 12"/>
          <p:cNvSpPr/>
          <p:nvPr/>
        </p:nvSpPr>
        <p:spPr>
          <a:xfrm>
            <a:off x="10109200" y="1244600"/>
            <a:ext cx="312664" cy="394418"/>
          </a:xfrm>
          <a:custGeom>
            <a:avLst/>
            <a:gdLst/>
            <a:ahLst/>
            <a:cxnLst/>
            <a:rect l="l" t="t" r="r" b="b"/>
            <a:pathLst>
              <a:path w="312664" h="394418">
                <a:moveTo>
                  <a:pt x="89620" y="177621"/>
                </a:moveTo>
                <a:lnTo>
                  <a:pt x="90270" y="178327"/>
                </a:lnTo>
                <a:lnTo>
                  <a:pt x="91393" y="179741"/>
                </a:lnTo>
                <a:lnTo>
                  <a:pt x="92575" y="181036"/>
                </a:lnTo>
                <a:lnTo>
                  <a:pt x="95000" y="183744"/>
                </a:lnTo>
                <a:lnTo>
                  <a:pt x="97483" y="186276"/>
                </a:lnTo>
                <a:lnTo>
                  <a:pt x="100142" y="188749"/>
                </a:lnTo>
                <a:lnTo>
                  <a:pt x="102803" y="191045"/>
                </a:lnTo>
                <a:lnTo>
                  <a:pt x="105640" y="193283"/>
                </a:lnTo>
                <a:lnTo>
                  <a:pt x="108537" y="195402"/>
                </a:lnTo>
                <a:lnTo>
                  <a:pt x="111434" y="197405"/>
                </a:lnTo>
                <a:lnTo>
                  <a:pt x="114507" y="199288"/>
                </a:lnTo>
                <a:lnTo>
                  <a:pt x="117582" y="201055"/>
                </a:lnTo>
                <a:lnTo>
                  <a:pt x="120833" y="202645"/>
                </a:lnTo>
                <a:lnTo>
                  <a:pt x="124026" y="204175"/>
                </a:lnTo>
                <a:lnTo>
                  <a:pt x="127335" y="205589"/>
                </a:lnTo>
                <a:lnTo>
                  <a:pt x="130646" y="206826"/>
                </a:lnTo>
                <a:lnTo>
                  <a:pt x="134075" y="207943"/>
                </a:lnTo>
                <a:lnTo>
                  <a:pt x="137504" y="208886"/>
                </a:lnTo>
                <a:lnTo>
                  <a:pt x="136736" y="209828"/>
                </a:lnTo>
                <a:lnTo>
                  <a:pt x="136026" y="210652"/>
                </a:lnTo>
                <a:lnTo>
                  <a:pt x="135376" y="211536"/>
                </a:lnTo>
                <a:lnTo>
                  <a:pt x="134666" y="212537"/>
                </a:lnTo>
                <a:lnTo>
                  <a:pt x="134134" y="213479"/>
                </a:lnTo>
                <a:lnTo>
                  <a:pt x="133543" y="214480"/>
                </a:lnTo>
                <a:lnTo>
                  <a:pt x="133011" y="215481"/>
                </a:lnTo>
                <a:lnTo>
                  <a:pt x="132538" y="216540"/>
                </a:lnTo>
                <a:lnTo>
                  <a:pt x="132183" y="217541"/>
                </a:lnTo>
                <a:lnTo>
                  <a:pt x="131829" y="218660"/>
                </a:lnTo>
                <a:lnTo>
                  <a:pt x="131474" y="219720"/>
                </a:lnTo>
                <a:lnTo>
                  <a:pt x="131237" y="220897"/>
                </a:lnTo>
                <a:lnTo>
                  <a:pt x="131060" y="221958"/>
                </a:lnTo>
                <a:lnTo>
                  <a:pt x="130824" y="223135"/>
                </a:lnTo>
                <a:lnTo>
                  <a:pt x="130764" y="224312"/>
                </a:lnTo>
                <a:lnTo>
                  <a:pt x="130705" y="225490"/>
                </a:lnTo>
                <a:lnTo>
                  <a:pt x="130764" y="226845"/>
                </a:lnTo>
                <a:lnTo>
                  <a:pt x="130882" y="228140"/>
                </a:lnTo>
                <a:lnTo>
                  <a:pt x="131119" y="229436"/>
                </a:lnTo>
                <a:lnTo>
                  <a:pt x="131356" y="230671"/>
                </a:lnTo>
                <a:lnTo>
                  <a:pt x="131651" y="231908"/>
                </a:lnTo>
                <a:lnTo>
                  <a:pt x="132006" y="233204"/>
                </a:lnTo>
                <a:lnTo>
                  <a:pt x="132479" y="234381"/>
                </a:lnTo>
                <a:lnTo>
                  <a:pt x="132951" y="235558"/>
                </a:lnTo>
                <a:lnTo>
                  <a:pt x="133601" y="236677"/>
                </a:lnTo>
                <a:lnTo>
                  <a:pt x="134193" y="237796"/>
                </a:lnTo>
                <a:lnTo>
                  <a:pt x="134844" y="238857"/>
                </a:lnTo>
                <a:lnTo>
                  <a:pt x="135612" y="239916"/>
                </a:lnTo>
                <a:lnTo>
                  <a:pt x="136380" y="240916"/>
                </a:lnTo>
                <a:lnTo>
                  <a:pt x="137208" y="241918"/>
                </a:lnTo>
                <a:lnTo>
                  <a:pt x="138154" y="242860"/>
                </a:lnTo>
                <a:lnTo>
                  <a:pt x="139041" y="243685"/>
                </a:lnTo>
                <a:lnTo>
                  <a:pt x="125148" y="347784"/>
                </a:lnTo>
                <a:lnTo>
                  <a:pt x="159022" y="380522"/>
                </a:lnTo>
                <a:lnTo>
                  <a:pt x="191891" y="347784"/>
                </a:lnTo>
                <a:lnTo>
                  <a:pt x="177998" y="243685"/>
                </a:lnTo>
                <a:lnTo>
                  <a:pt x="179003" y="242801"/>
                </a:lnTo>
                <a:lnTo>
                  <a:pt x="179831" y="241859"/>
                </a:lnTo>
                <a:lnTo>
                  <a:pt x="180717" y="240858"/>
                </a:lnTo>
                <a:lnTo>
                  <a:pt x="181486" y="239916"/>
                </a:lnTo>
                <a:lnTo>
                  <a:pt x="182195" y="238797"/>
                </a:lnTo>
                <a:lnTo>
                  <a:pt x="182904" y="237796"/>
                </a:lnTo>
                <a:lnTo>
                  <a:pt x="183554" y="236619"/>
                </a:lnTo>
                <a:lnTo>
                  <a:pt x="184086" y="235500"/>
                </a:lnTo>
                <a:lnTo>
                  <a:pt x="184560" y="234323"/>
                </a:lnTo>
                <a:lnTo>
                  <a:pt x="185092" y="233145"/>
                </a:lnTo>
                <a:lnTo>
                  <a:pt x="185447" y="231908"/>
                </a:lnTo>
                <a:lnTo>
                  <a:pt x="185743" y="230671"/>
                </a:lnTo>
                <a:lnTo>
                  <a:pt x="185979" y="229436"/>
                </a:lnTo>
                <a:lnTo>
                  <a:pt x="186157" y="228081"/>
                </a:lnTo>
                <a:lnTo>
                  <a:pt x="186275" y="226845"/>
                </a:lnTo>
                <a:lnTo>
                  <a:pt x="186275" y="225490"/>
                </a:lnTo>
                <a:lnTo>
                  <a:pt x="186275" y="224312"/>
                </a:lnTo>
                <a:lnTo>
                  <a:pt x="186215" y="223253"/>
                </a:lnTo>
                <a:lnTo>
                  <a:pt x="186097" y="222193"/>
                </a:lnTo>
                <a:lnTo>
                  <a:pt x="185919" y="221134"/>
                </a:lnTo>
                <a:lnTo>
                  <a:pt x="185683" y="220073"/>
                </a:lnTo>
                <a:lnTo>
                  <a:pt x="185447" y="219072"/>
                </a:lnTo>
                <a:lnTo>
                  <a:pt x="185151" y="218072"/>
                </a:lnTo>
                <a:lnTo>
                  <a:pt x="184737" y="217071"/>
                </a:lnTo>
                <a:lnTo>
                  <a:pt x="184323" y="216129"/>
                </a:lnTo>
                <a:lnTo>
                  <a:pt x="183910" y="215128"/>
                </a:lnTo>
                <a:lnTo>
                  <a:pt x="183436" y="214244"/>
                </a:lnTo>
                <a:lnTo>
                  <a:pt x="182964" y="213302"/>
                </a:lnTo>
                <a:lnTo>
                  <a:pt x="182314" y="212419"/>
                </a:lnTo>
                <a:lnTo>
                  <a:pt x="181781" y="211477"/>
                </a:lnTo>
                <a:lnTo>
                  <a:pt x="181131" y="210652"/>
                </a:lnTo>
                <a:lnTo>
                  <a:pt x="180541" y="209828"/>
                </a:lnTo>
                <a:lnTo>
                  <a:pt x="183850" y="209004"/>
                </a:lnTo>
                <a:lnTo>
                  <a:pt x="187220" y="208062"/>
                </a:lnTo>
                <a:lnTo>
                  <a:pt x="190530" y="207002"/>
                </a:lnTo>
                <a:lnTo>
                  <a:pt x="193841" y="205824"/>
                </a:lnTo>
                <a:lnTo>
                  <a:pt x="197033" y="204470"/>
                </a:lnTo>
                <a:lnTo>
                  <a:pt x="200226" y="203116"/>
                </a:lnTo>
                <a:lnTo>
                  <a:pt x="203299" y="201526"/>
                </a:lnTo>
                <a:lnTo>
                  <a:pt x="206374" y="199818"/>
                </a:lnTo>
                <a:lnTo>
                  <a:pt x="209329" y="198053"/>
                </a:lnTo>
                <a:lnTo>
                  <a:pt x="212226" y="196110"/>
                </a:lnTo>
                <a:lnTo>
                  <a:pt x="215123" y="194107"/>
                </a:lnTo>
                <a:lnTo>
                  <a:pt x="217842" y="191987"/>
                </a:lnTo>
                <a:lnTo>
                  <a:pt x="220561" y="189749"/>
                </a:lnTo>
                <a:lnTo>
                  <a:pt x="223103" y="187395"/>
                </a:lnTo>
                <a:lnTo>
                  <a:pt x="225586" y="184981"/>
                </a:lnTo>
                <a:lnTo>
                  <a:pt x="228069" y="182448"/>
                </a:lnTo>
                <a:lnTo>
                  <a:pt x="228719" y="181800"/>
                </a:lnTo>
                <a:lnTo>
                  <a:pt x="229429" y="182390"/>
                </a:lnTo>
                <a:lnTo>
                  <a:pt x="234039" y="185923"/>
                </a:lnTo>
                <a:lnTo>
                  <a:pt x="238473" y="189573"/>
                </a:lnTo>
                <a:lnTo>
                  <a:pt x="242848" y="193342"/>
                </a:lnTo>
                <a:lnTo>
                  <a:pt x="245095" y="195226"/>
                </a:lnTo>
                <a:lnTo>
                  <a:pt x="247164" y="197169"/>
                </a:lnTo>
                <a:lnTo>
                  <a:pt x="249232" y="199170"/>
                </a:lnTo>
                <a:lnTo>
                  <a:pt x="251301" y="201173"/>
                </a:lnTo>
                <a:lnTo>
                  <a:pt x="253370" y="203175"/>
                </a:lnTo>
                <a:lnTo>
                  <a:pt x="255380" y="205176"/>
                </a:lnTo>
                <a:lnTo>
                  <a:pt x="257331" y="207179"/>
                </a:lnTo>
                <a:lnTo>
                  <a:pt x="259282" y="209299"/>
                </a:lnTo>
                <a:lnTo>
                  <a:pt x="261233" y="211418"/>
                </a:lnTo>
                <a:lnTo>
                  <a:pt x="263125" y="213538"/>
                </a:lnTo>
                <a:lnTo>
                  <a:pt x="264958" y="215716"/>
                </a:lnTo>
                <a:lnTo>
                  <a:pt x="266790" y="217895"/>
                </a:lnTo>
                <a:lnTo>
                  <a:pt x="268563" y="220133"/>
                </a:lnTo>
                <a:lnTo>
                  <a:pt x="270337" y="222429"/>
                </a:lnTo>
                <a:lnTo>
                  <a:pt x="272052" y="224666"/>
                </a:lnTo>
                <a:lnTo>
                  <a:pt x="273766" y="226963"/>
                </a:lnTo>
                <a:lnTo>
                  <a:pt x="275481" y="229318"/>
                </a:lnTo>
                <a:lnTo>
                  <a:pt x="277076" y="231673"/>
                </a:lnTo>
                <a:lnTo>
                  <a:pt x="278672" y="234028"/>
                </a:lnTo>
                <a:lnTo>
                  <a:pt x="280269" y="236442"/>
                </a:lnTo>
                <a:lnTo>
                  <a:pt x="281805" y="238915"/>
                </a:lnTo>
                <a:lnTo>
                  <a:pt x="283284" y="241329"/>
                </a:lnTo>
                <a:lnTo>
                  <a:pt x="284762" y="243920"/>
                </a:lnTo>
                <a:lnTo>
                  <a:pt x="286181" y="246451"/>
                </a:lnTo>
                <a:lnTo>
                  <a:pt x="287599" y="248984"/>
                </a:lnTo>
                <a:lnTo>
                  <a:pt x="288958" y="251574"/>
                </a:lnTo>
                <a:lnTo>
                  <a:pt x="290318" y="254165"/>
                </a:lnTo>
                <a:lnTo>
                  <a:pt x="291559" y="256874"/>
                </a:lnTo>
                <a:lnTo>
                  <a:pt x="292861" y="259582"/>
                </a:lnTo>
                <a:lnTo>
                  <a:pt x="294043" y="262291"/>
                </a:lnTo>
                <a:lnTo>
                  <a:pt x="295284" y="264999"/>
                </a:lnTo>
                <a:lnTo>
                  <a:pt x="296407" y="267884"/>
                </a:lnTo>
                <a:lnTo>
                  <a:pt x="297531" y="270652"/>
                </a:lnTo>
                <a:lnTo>
                  <a:pt x="298595" y="273478"/>
                </a:lnTo>
                <a:lnTo>
                  <a:pt x="299659" y="276422"/>
                </a:lnTo>
                <a:lnTo>
                  <a:pt x="300604" y="279307"/>
                </a:lnTo>
                <a:lnTo>
                  <a:pt x="301610" y="282251"/>
                </a:lnTo>
                <a:lnTo>
                  <a:pt x="302496" y="285253"/>
                </a:lnTo>
                <a:lnTo>
                  <a:pt x="303442" y="288257"/>
                </a:lnTo>
                <a:lnTo>
                  <a:pt x="304269" y="291377"/>
                </a:lnTo>
                <a:lnTo>
                  <a:pt x="305037" y="294439"/>
                </a:lnTo>
                <a:lnTo>
                  <a:pt x="305866" y="297619"/>
                </a:lnTo>
                <a:lnTo>
                  <a:pt x="306575" y="300740"/>
                </a:lnTo>
                <a:lnTo>
                  <a:pt x="307284" y="303919"/>
                </a:lnTo>
                <a:lnTo>
                  <a:pt x="307934" y="307157"/>
                </a:lnTo>
                <a:lnTo>
                  <a:pt x="308585" y="310454"/>
                </a:lnTo>
                <a:lnTo>
                  <a:pt x="309117" y="313752"/>
                </a:lnTo>
                <a:lnTo>
                  <a:pt x="309709" y="317108"/>
                </a:lnTo>
                <a:lnTo>
                  <a:pt x="310181" y="320464"/>
                </a:lnTo>
                <a:lnTo>
                  <a:pt x="310595" y="323938"/>
                </a:lnTo>
                <a:lnTo>
                  <a:pt x="311009" y="327354"/>
                </a:lnTo>
                <a:lnTo>
                  <a:pt x="311363" y="330886"/>
                </a:lnTo>
                <a:lnTo>
                  <a:pt x="311659" y="334419"/>
                </a:lnTo>
                <a:lnTo>
                  <a:pt x="312014" y="337952"/>
                </a:lnTo>
                <a:lnTo>
                  <a:pt x="312250" y="341602"/>
                </a:lnTo>
                <a:lnTo>
                  <a:pt x="312428" y="345253"/>
                </a:lnTo>
                <a:lnTo>
                  <a:pt x="312605" y="348903"/>
                </a:lnTo>
                <a:lnTo>
                  <a:pt x="312664" y="352671"/>
                </a:lnTo>
                <a:lnTo>
                  <a:pt x="312664" y="353261"/>
                </a:lnTo>
                <a:lnTo>
                  <a:pt x="312191" y="353555"/>
                </a:lnTo>
                <a:lnTo>
                  <a:pt x="307876" y="356028"/>
                </a:lnTo>
                <a:lnTo>
                  <a:pt x="303501" y="358442"/>
                </a:lnTo>
                <a:lnTo>
                  <a:pt x="299127" y="360738"/>
                </a:lnTo>
                <a:lnTo>
                  <a:pt x="294693" y="362976"/>
                </a:lnTo>
                <a:lnTo>
                  <a:pt x="290200" y="365154"/>
                </a:lnTo>
                <a:lnTo>
                  <a:pt x="285707" y="367274"/>
                </a:lnTo>
                <a:lnTo>
                  <a:pt x="281155" y="369277"/>
                </a:lnTo>
                <a:lnTo>
                  <a:pt x="276603" y="371220"/>
                </a:lnTo>
                <a:lnTo>
                  <a:pt x="272052" y="373103"/>
                </a:lnTo>
                <a:lnTo>
                  <a:pt x="267440" y="374928"/>
                </a:lnTo>
                <a:lnTo>
                  <a:pt x="262829" y="376578"/>
                </a:lnTo>
                <a:lnTo>
                  <a:pt x="258159" y="378226"/>
                </a:lnTo>
                <a:lnTo>
                  <a:pt x="253430" y="379815"/>
                </a:lnTo>
                <a:lnTo>
                  <a:pt x="248700" y="381229"/>
                </a:lnTo>
                <a:lnTo>
                  <a:pt x="243971" y="382701"/>
                </a:lnTo>
                <a:lnTo>
                  <a:pt x="239243" y="383996"/>
                </a:lnTo>
                <a:lnTo>
                  <a:pt x="234453" y="385233"/>
                </a:lnTo>
                <a:lnTo>
                  <a:pt x="229606" y="386410"/>
                </a:lnTo>
                <a:lnTo>
                  <a:pt x="224818" y="387529"/>
                </a:lnTo>
                <a:lnTo>
                  <a:pt x="220030" y="388530"/>
                </a:lnTo>
                <a:lnTo>
                  <a:pt x="215182" y="389472"/>
                </a:lnTo>
                <a:lnTo>
                  <a:pt x="210275" y="390355"/>
                </a:lnTo>
                <a:lnTo>
                  <a:pt x="205369" y="391121"/>
                </a:lnTo>
                <a:lnTo>
                  <a:pt x="200522" y="391768"/>
                </a:lnTo>
                <a:lnTo>
                  <a:pt x="195614" y="392416"/>
                </a:lnTo>
                <a:lnTo>
                  <a:pt x="190649" y="392946"/>
                </a:lnTo>
                <a:lnTo>
                  <a:pt x="185743" y="393358"/>
                </a:lnTo>
                <a:lnTo>
                  <a:pt x="180777" y="393711"/>
                </a:lnTo>
                <a:lnTo>
                  <a:pt x="175811" y="394006"/>
                </a:lnTo>
                <a:lnTo>
                  <a:pt x="170845" y="394301"/>
                </a:lnTo>
                <a:lnTo>
                  <a:pt x="165880" y="394418"/>
                </a:lnTo>
                <a:lnTo>
                  <a:pt x="160914" y="394418"/>
                </a:lnTo>
                <a:lnTo>
                  <a:pt x="155593" y="394418"/>
                </a:lnTo>
                <a:lnTo>
                  <a:pt x="150273" y="394241"/>
                </a:lnTo>
                <a:lnTo>
                  <a:pt x="144953" y="393948"/>
                </a:lnTo>
                <a:lnTo>
                  <a:pt x="139691" y="393653"/>
                </a:lnTo>
                <a:lnTo>
                  <a:pt x="134430" y="393240"/>
                </a:lnTo>
                <a:lnTo>
                  <a:pt x="129168" y="392769"/>
                </a:lnTo>
                <a:lnTo>
                  <a:pt x="123908" y="392181"/>
                </a:lnTo>
                <a:lnTo>
                  <a:pt x="118704" y="391415"/>
                </a:lnTo>
                <a:lnTo>
                  <a:pt x="113444" y="390649"/>
                </a:lnTo>
                <a:lnTo>
                  <a:pt x="108241" y="389767"/>
                </a:lnTo>
                <a:lnTo>
                  <a:pt x="103099" y="388766"/>
                </a:lnTo>
                <a:lnTo>
                  <a:pt x="97895" y="387706"/>
                </a:lnTo>
                <a:lnTo>
                  <a:pt x="92753" y="386587"/>
                </a:lnTo>
                <a:lnTo>
                  <a:pt x="87610" y="385291"/>
                </a:lnTo>
                <a:lnTo>
                  <a:pt x="82526" y="383996"/>
                </a:lnTo>
                <a:lnTo>
                  <a:pt x="77500" y="382582"/>
                </a:lnTo>
                <a:lnTo>
                  <a:pt x="72417" y="381052"/>
                </a:lnTo>
                <a:lnTo>
                  <a:pt x="67393" y="379522"/>
                </a:lnTo>
                <a:lnTo>
                  <a:pt x="62427" y="377814"/>
                </a:lnTo>
                <a:lnTo>
                  <a:pt x="57461" y="376047"/>
                </a:lnTo>
                <a:lnTo>
                  <a:pt x="52554" y="374164"/>
                </a:lnTo>
                <a:lnTo>
                  <a:pt x="47648" y="372220"/>
                </a:lnTo>
                <a:lnTo>
                  <a:pt x="42800" y="370159"/>
                </a:lnTo>
                <a:lnTo>
                  <a:pt x="37893" y="368040"/>
                </a:lnTo>
                <a:lnTo>
                  <a:pt x="33105" y="365802"/>
                </a:lnTo>
                <a:lnTo>
                  <a:pt x="28376" y="363506"/>
                </a:lnTo>
                <a:lnTo>
                  <a:pt x="23646" y="361151"/>
                </a:lnTo>
                <a:lnTo>
                  <a:pt x="18917" y="358677"/>
                </a:lnTo>
                <a:lnTo>
                  <a:pt x="14247" y="356146"/>
                </a:lnTo>
                <a:lnTo>
                  <a:pt x="9635" y="353555"/>
                </a:lnTo>
                <a:lnTo>
                  <a:pt x="5084" y="350788"/>
                </a:lnTo>
                <a:lnTo>
                  <a:pt x="532" y="347961"/>
                </a:lnTo>
                <a:lnTo>
                  <a:pt x="0" y="350375"/>
                </a:lnTo>
                <a:lnTo>
                  <a:pt x="0" y="347078"/>
                </a:lnTo>
                <a:lnTo>
                  <a:pt x="178" y="343310"/>
                </a:lnTo>
                <a:lnTo>
                  <a:pt x="414" y="339542"/>
                </a:lnTo>
                <a:lnTo>
                  <a:pt x="650" y="335773"/>
                </a:lnTo>
                <a:lnTo>
                  <a:pt x="1005" y="332181"/>
                </a:lnTo>
                <a:lnTo>
                  <a:pt x="1300" y="328531"/>
                </a:lnTo>
                <a:lnTo>
                  <a:pt x="1714" y="324880"/>
                </a:lnTo>
                <a:lnTo>
                  <a:pt x="2187" y="321407"/>
                </a:lnTo>
                <a:lnTo>
                  <a:pt x="2661" y="317873"/>
                </a:lnTo>
                <a:lnTo>
                  <a:pt x="3193" y="314400"/>
                </a:lnTo>
                <a:lnTo>
                  <a:pt x="3724" y="310985"/>
                </a:lnTo>
                <a:lnTo>
                  <a:pt x="4374" y="307570"/>
                </a:lnTo>
                <a:lnTo>
                  <a:pt x="5024" y="304272"/>
                </a:lnTo>
                <a:lnTo>
                  <a:pt x="5676" y="300916"/>
                </a:lnTo>
                <a:lnTo>
                  <a:pt x="6502" y="297678"/>
                </a:lnTo>
                <a:lnTo>
                  <a:pt x="7212" y="294439"/>
                </a:lnTo>
                <a:lnTo>
                  <a:pt x="8039" y="291259"/>
                </a:lnTo>
                <a:lnTo>
                  <a:pt x="8927" y="288080"/>
                </a:lnTo>
                <a:lnTo>
                  <a:pt x="9813" y="285018"/>
                </a:lnTo>
                <a:lnTo>
                  <a:pt x="10759" y="281898"/>
                </a:lnTo>
                <a:lnTo>
                  <a:pt x="11706" y="278895"/>
                </a:lnTo>
                <a:lnTo>
                  <a:pt x="12769" y="275833"/>
                </a:lnTo>
                <a:lnTo>
                  <a:pt x="13774" y="272889"/>
                </a:lnTo>
                <a:lnTo>
                  <a:pt x="14897" y="270003"/>
                </a:lnTo>
                <a:lnTo>
                  <a:pt x="16021" y="267059"/>
                </a:lnTo>
                <a:lnTo>
                  <a:pt x="17202" y="264234"/>
                </a:lnTo>
                <a:lnTo>
                  <a:pt x="18385" y="261466"/>
                </a:lnTo>
                <a:lnTo>
                  <a:pt x="19627" y="258641"/>
                </a:lnTo>
                <a:lnTo>
                  <a:pt x="20867" y="255872"/>
                </a:lnTo>
                <a:lnTo>
                  <a:pt x="22228" y="253164"/>
                </a:lnTo>
                <a:lnTo>
                  <a:pt x="23588" y="250515"/>
                </a:lnTo>
                <a:lnTo>
                  <a:pt x="24947" y="247865"/>
                </a:lnTo>
                <a:lnTo>
                  <a:pt x="26365" y="245274"/>
                </a:lnTo>
                <a:lnTo>
                  <a:pt x="27843" y="242683"/>
                </a:lnTo>
                <a:lnTo>
                  <a:pt x="29322" y="240152"/>
                </a:lnTo>
                <a:lnTo>
                  <a:pt x="30858" y="237678"/>
                </a:lnTo>
                <a:lnTo>
                  <a:pt x="32395" y="235147"/>
                </a:lnTo>
                <a:lnTo>
                  <a:pt x="33992" y="232674"/>
                </a:lnTo>
                <a:lnTo>
                  <a:pt x="35588" y="230318"/>
                </a:lnTo>
                <a:lnTo>
                  <a:pt x="37302" y="227904"/>
                </a:lnTo>
                <a:lnTo>
                  <a:pt x="39017" y="225608"/>
                </a:lnTo>
                <a:lnTo>
                  <a:pt x="40731" y="223253"/>
                </a:lnTo>
                <a:lnTo>
                  <a:pt x="42445" y="221016"/>
                </a:lnTo>
                <a:lnTo>
                  <a:pt x="44277" y="218719"/>
                </a:lnTo>
                <a:lnTo>
                  <a:pt x="46110" y="216540"/>
                </a:lnTo>
                <a:lnTo>
                  <a:pt x="47942" y="214362"/>
                </a:lnTo>
                <a:lnTo>
                  <a:pt x="49835" y="212183"/>
                </a:lnTo>
                <a:lnTo>
                  <a:pt x="51786" y="210064"/>
                </a:lnTo>
                <a:lnTo>
                  <a:pt x="53736" y="207943"/>
                </a:lnTo>
                <a:lnTo>
                  <a:pt x="55629" y="205884"/>
                </a:lnTo>
                <a:lnTo>
                  <a:pt x="57697" y="203822"/>
                </a:lnTo>
                <a:lnTo>
                  <a:pt x="59707" y="201821"/>
                </a:lnTo>
                <a:lnTo>
                  <a:pt x="61777" y="199818"/>
                </a:lnTo>
                <a:lnTo>
                  <a:pt x="63904" y="197875"/>
                </a:lnTo>
                <a:lnTo>
                  <a:pt x="66032" y="195932"/>
                </a:lnTo>
                <a:lnTo>
                  <a:pt x="68161" y="194048"/>
                </a:lnTo>
                <a:lnTo>
                  <a:pt x="70348" y="192164"/>
                </a:lnTo>
                <a:lnTo>
                  <a:pt x="72594" y="190339"/>
                </a:lnTo>
                <a:lnTo>
                  <a:pt x="74781" y="188514"/>
                </a:lnTo>
                <a:lnTo>
                  <a:pt x="77088" y="186747"/>
                </a:lnTo>
                <a:lnTo>
                  <a:pt x="79451" y="184981"/>
                </a:lnTo>
                <a:lnTo>
                  <a:pt x="81758" y="183214"/>
                </a:lnTo>
                <a:lnTo>
                  <a:pt x="84063" y="181447"/>
                </a:lnTo>
                <a:lnTo>
                  <a:pt x="88852" y="178151"/>
                </a:lnTo>
                <a:lnTo>
                  <a:pt x="89620" y="177621"/>
                </a:lnTo>
                <a:close/>
                <a:moveTo>
                  <a:pt x="156274" y="0"/>
                </a:moveTo>
                <a:lnTo>
                  <a:pt x="158637" y="0"/>
                </a:lnTo>
                <a:lnTo>
                  <a:pt x="161120" y="0"/>
                </a:lnTo>
                <a:lnTo>
                  <a:pt x="163483" y="118"/>
                </a:lnTo>
                <a:lnTo>
                  <a:pt x="165848" y="236"/>
                </a:lnTo>
                <a:lnTo>
                  <a:pt x="168153" y="471"/>
                </a:lnTo>
                <a:lnTo>
                  <a:pt x="170518" y="707"/>
                </a:lnTo>
                <a:lnTo>
                  <a:pt x="172823" y="1062"/>
                </a:lnTo>
                <a:lnTo>
                  <a:pt x="175068" y="1473"/>
                </a:lnTo>
                <a:lnTo>
                  <a:pt x="177373" y="1886"/>
                </a:lnTo>
                <a:lnTo>
                  <a:pt x="179620" y="2358"/>
                </a:lnTo>
                <a:lnTo>
                  <a:pt x="181807" y="2889"/>
                </a:lnTo>
                <a:lnTo>
                  <a:pt x="184052" y="3537"/>
                </a:lnTo>
                <a:lnTo>
                  <a:pt x="186239" y="4126"/>
                </a:lnTo>
                <a:lnTo>
                  <a:pt x="188366" y="4834"/>
                </a:lnTo>
                <a:lnTo>
                  <a:pt x="190553" y="5601"/>
                </a:lnTo>
                <a:lnTo>
                  <a:pt x="192622" y="6426"/>
                </a:lnTo>
                <a:lnTo>
                  <a:pt x="194751" y="7310"/>
                </a:lnTo>
                <a:lnTo>
                  <a:pt x="196820" y="8194"/>
                </a:lnTo>
                <a:lnTo>
                  <a:pt x="198887" y="9078"/>
                </a:lnTo>
                <a:lnTo>
                  <a:pt x="200897" y="10140"/>
                </a:lnTo>
                <a:lnTo>
                  <a:pt x="202848" y="11142"/>
                </a:lnTo>
                <a:lnTo>
                  <a:pt x="204857" y="12262"/>
                </a:lnTo>
                <a:lnTo>
                  <a:pt x="206748" y="13382"/>
                </a:lnTo>
                <a:lnTo>
                  <a:pt x="208639" y="14619"/>
                </a:lnTo>
                <a:lnTo>
                  <a:pt x="210532" y="15857"/>
                </a:lnTo>
                <a:lnTo>
                  <a:pt x="212305" y="17095"/>
                </a:lnTo>
                <a:lnTo>
                  <a:pt x="214136" y="18392"/>
                </a:lnTo>
                <a:lnTo>
                  <a:pt x="215910" y="19748"/>
                </a:lnTo>
                <a:lnTo>
                  <a:pt x="217683" y="21163"/>
                </a:lnTo>
                <a:lnTo>
                  <a:pt x="219396" y="22578"/>
                </a:lnTo>
                <a:lnTo>
                  <a:pt x="220993" y="24051"/>
                </a:lnTo>
                <a:lnTo>
                  <a:pt x="222648" y="25584"/>
                </a:lnTo>
                <a:lnTo>
                  <a:pt x="224244" y="27117"/>
                </a:lnTo>
                <a:lnTo>
                  <a:pt x="225839" y="28768"/>
                </a:lnTo>
                <a:lnTo>
                  <a:pt x="227317" y="30300"/>
                </a:lnTo>
                <a:lnTo>
                  <a:pt x="228794" y="32010"/>
                </a:lnTo>
                <a:lnTo>
                  <a:pt x="230273" y="33720"/>
                </a:lnTo>
                <a:lnTo>
                  <a:pt x="231631" y="35429"/>
                </a:lnTo>
                <a:lnTo>
                  <a:pt x="232990" y="37139"/>
                </a:lnTo>
                <a:lnTo>
                  <a:pt x="234351" y="38966"/>
                </a:lnTo>
                <a:lnTo>
                  <a:pt x="235591" y="40794"/>
                </a:lnTo>
                <a:lnTo>
                  <a:pt x="236832" y="42680"/>
                </a:lnTo>
                <a:lnTo>
                  <a:pt x="237956" y="44566"/>
                </a:lnTo>
                <a:lnTo>
                  <a:pt x="239138" y="46511"/>
                </a:lnTo>
                <a:lnTo>
                  <a:pt x="240201" y="48457"/>
                </a:lnTo>
                <a:lnTo>
                  <a:pt x="241324" y="50461"/>
                </a:lnTo>
                <a:lnTo>
                  <a:pt x="242270" y="52465"/>
                </a:lnTo>
                <a:lnTo>
                  <a:pt x="243275" y="54411"/>
                </a:lnTo>
                <a:lnTo>
                  <a:pt x="244161" y="56474"/>
                </a:lnTo>
                <a:lnTo>
                  <a:pt x="245048" y="58597"/>
                </a:lnTo>
                <a:lnTo>
                  <a:pt x="245816" y="60719"/>
                </a:lnTo>
                <a:lnTo>
                  <a:pt x="246526" y="62841"/>
                </a:lnTo>
                <a:lnTo>
                  <a:pt x="247294" y="65021"/>
                </a:lnTo>
                <a:lnTo>
                  <a:pt x="247945" y="67203"/>
                </a:lnTo>
                <a:lnTo>
                  <a:pt x="248535" y="69384"/>
                </a:lnTo>
                <a:lnTo>
                  <a:pt x="249067" y="71624"/>
                </a:lnTo>
                <a:lnTo>
                  <a:pt x="249599" y="73864"/>
                </a:lnTo>
                <a:lnTo>
                  <a:pt x="250013" y="76163"/>
                </a:lnTo>
                <a:lnTo>
                  <a:pt x="250368" y="78462"/>
                </a:lnTo>
                <a:lnTo>
                  <a:pt x="250664" y="80762"/>
                </a:lnTo>
                <a:lnTo>
                  <a:pt x="250958" y="83061"/>
                </a:lnTo>
                <a:lnTo>
                  <a:pt x="251136" y="85359"/>
                </a:lnTo>
                <a:lnTo>
                  <a:pt x="251314" y="87718"/>
                </a:lnTo>
                <a:lnTo>
                  <a:pt x="251432" y="90076"/>
                </a:lnTo>
                <a:lnTo>
                  <a:pt x="251490" y="92493"/>
                </a:lnTo>
                <a:lnTo>
                  <a:pt x="251432" y="95263"/>
                </a:lnTo>
                <a:lnTo>
                  <a:pt x="251254" y="98152"/>
                </a:lnTo>
                <a:lnTo>
                  <a:pt x="251018" y="100922"/>
                </a:lnTo>
                <a:lnTo>
                  <a:pt x="250782" y="103635"/>
                </a:lnTo>
                <a:lnTo>
                  <a:pt x="250426" y="106404"/>
                </a:lnTo>
                <a:lnTo>
                  <a:pt x="249954" y="109116"/>
                </a:lnTo>
                <a:lnTo>
                  <a:pt x="249422" y="111829"/>
                </a:lnTo>
                <a:lnTo>
                  <a:pt x="248771" y="114422"/>
                </a:lnTo>
                <a:lnTo>
                  <a:pt x="248122" y="117133"/>
                </a:lnTo>
                <a:lnTo>
                  <a:pt x="247353" y="119727"/>
                </a:lnTo>
                <a:lnTo>
                  <a:pt x="246526" y="122262"/>
                </a:lnTo>
                <a:lnTo>
                  <a:pt x="245640" y="124797"/>
                </a:lnTo>
                <a:lnTo>
                  <a:pt x="244635" y="127273"/>
                </a:lnTo>
                <a:lnTo>
                  <a:pt x="243571" y="129748"/>
                </a:lnTo>
                <a:lnTo>
                  <a:pt x="242448" y="132225"/>
                </a:lnTo>
                <a:lnTo>
                  <a:pt x="241324" y="134583"/>
                </a:lnTo>
                <a:lnTo>
                  <a:pt x="240025" y="136940"/>
                </a:lnTo>
                <a:lnTo>
                  <a:pt x="238724" y="139240"/>
                </a:lnTo>
                <a:lnTo>
                  <a:pt x="237364" y="141479"/>
                </a:lnTo>
                <a:lnTo>
                  <a:pt x="235887" y="143720"/>
                </a:lnTo>
                <a:lnTo>
                  <a:pt x="234409" y="145901"/>
                </a:lnTo>
                <a:lnTo>
                  <a:pt x="232814" y="148024"/>
                </a:lnTo>
                <a:lnTo>
                  <a:pt x="231217" y="150146"/>
                </a:lnTo>
                <a:lnTo>
                  <a:pt x="229504" y="152150"/>
                </a:lnTo>
                <a:lnTo>
                  <a:pt x="227849" y="154154"/>
                </a:lnTo>
                <a:lnTo>
                  <a:pt x="226017" y="156100"/>
                </a:lnTo>
                <a:lnTo>
                  <a:pt x="224184" y="157985"/>
                </a:lnTo>
                <a:lnTo>
                  <a:pt x="222233" y="159755"/>
                </a:lnTo>
                <a:lnTo>
                  <a:pt x="220284" y="161582"/>
                </a:lnTo>
                <a:lnTo>
                  <a:pt x="218274" y="163292"/>
                </a:lnTo>
                <a:lnTo>
                  <a:pt x="216264" y="165001"/>
                </a:lnTo>
                <a:lnTo>
                  <a:pt x="214136" y="166592"/>
                </a:lnTo>
                <a:lnTo>
                  <a:pt x="211240" y="168714"/>
                </a:lnTo>
                <a:lnTo>
                  <a:pt x="208167" y="170718"/>
                </a:lnTo>
                <a:lnTo>
                  <a:pt x="205034" y="172546"/>
                </a:lnTo>
                <a:lnTo>
                  <a:pt x="201902" y="174315"/>
                </a:lnTo>
                <a:lnTo>
                  <a:pt x="198592" y="175966"/>
                </a:lnTo>
                <a:lnTo>
                  <a:pt x="195223" y="177498"/>
                </a:lnTo>
                <a:lnTo>
                  <a:pt x="193627" y="178205"/>
                </a:lnTo>
                <a:lnTo>
                  <a:pt x="191854" y="178854"/>
                </a:lnTo>
                <a:lnTo>
                  <a:pt x="190141" y="179561"/>
                </a:lnTo>
                <a:lnTo>
                  <a:pt x="188366" y="180151"/>
                </a:lnTo>
                <a:lnTo>
                  <a:pt x="186593" y="180682"/>
                </a:lnTo>
                <a:lnTo>
                  <a:pt x="184880" y="181212"/>
                </a:lnTo>
                <a:lnTo>
                  <a:pt x="183106" y="181802"/>
                </a:lnTo>
                <a:lnTo>
                  <a:pt x="181275" y="182215"/>
                </a:lnTo>
                <a:lnTo>
                  <a:pt x="179442" y="182686"/>
                </a:lnTo>
                <a:lnTo>
                  <a:pt x="177610" y="183040"/>
                </a:lnTo>
                <a:lnTo>
                  <a:pt x="175778" y="183393"/>
                </a:lnTo>
                <a:lnTo>
                  <a:pt x="173946" y="183806"/>
                </a:lnTo>
                <a:lnTo>
                  <a:pt x="172113" y="184042"/>
                </a:lnTo>
                <a:lnTo>
                  <a:pt x="170222" y="184337"/>
                </a:lnTo>
                <a:lnTo>
                  <a:pt x="168331" y="184513"/>
                </a:lnTo>
                <a:lnTo>
                  <a:pt x="166380" y="184690"/>
                </a:lnTo>
                <a:lnTo>
                  <a:pt x="164489" y="184808"/>
                </a:lnTo>
                <a:lnTo>
                  <a:pt x="162538" y="184926"/>
                </a:lnTo>
                <a:lnTo>
                  <a:pt x="160588" y="184984"/>
                </a:lnTo>
                <a:lnTo>
                  <a:pt x="158637" y="184984"/>
                </a:lnTo>
                <a:lnTo>
                  <a:pt x="156450" y="184984"/>
                </a:lnTo>
                <a:lnTo>
                  <a:pt x="154205" y="184866"/>
                </a:lnTo>
                <a:lnTo>
                  <a:pt x="151958" y="184749"/>
                </a:lnTo>
                <a:lnTo>
                  <a:pt x="149771" y="184572"/>
                </a:lnTo>
                <a:lnTo>
                  <a:pt x="147584" y="184337"/>
                </a:lnTo>
                <a:lnTo>
                  <a:pt x="145457" y="184100"/>
                </a:lnTo>
                <a:lnTo>
                  <a:pt x="143270" y="183746"/>
                </a:lnTo>
                <a:lnTo>
                  <a:pt x="141143" y="183335"/>
                </a:lnTo>
                <a:lnTo>
                  <a:pt x="139014" y="182922"/>
                </a:lnTo>
                <a:lnTo>
                  <a:pt x="136887" y="182449"/>
                </a:lnTo>
                <a:lnTo>
                  <a:pt x="134818" y="181920"/>
                </a:lnTo>
                <a:lnTo>
                  <a:pt x="132749" y="181329"/>
                </a:lnTo>
                <a:lnTo>
                  <a:pt x="130740" y="180682"/>
                </a:lnTo>
                <a:lnTo>
                  <a:pt x="128671" y="180033"/>
                </a:lnTo>
                <a:lnTo>
                  <a:pt x="126721" y="179385"/>
                </a:lnTo>
                <a:lnTo>
                  <a:pt x="124770" y="178559"/>
                </a:lnTo>
                <a:lnTo>
                  <a:pt x="122761" y="177792"/>
                </a:lnTo>
                <a:lnTo>
                  <a:pt x="120810" y="176908"/>
                </a:lnTo>
                <a:lnTo>
                  <a:pt x="118919" y="176025"/>
                </a:lnTo>
                <a:lnTo>
                  <a:pt x="117028" y="175141"/>
                </a:lnTo>
                <a:lnTo>
                  <a:pt x="115136" y="174139"/>
                </a:lnTo>
                <a:lnTo>
                  <a:pt x="113304" y="173195"/>
                </a:lnTo>
                <a:lnTo>
                  <a:pt x="111530" y="172075"/>
                </a:lnTo>
                <a:lnTo>
                  <a:pt x="109699" y="171013"/>
                </a:lnTo>
                <a:lnTo>
                  <a:pt x="107926" y="169893"/>
                </a:lnTo>
                <a:lnTo>
                  <a:pt x="106211" y="168714"/>
                </a:lnTo>
                <a:lnTo>
                  <a:pt x="104438" y="167536"/>
                </a:lnTo>
                <a:lnTo>
                  <a:pt x="102784" y="166239"/>
                </a:lnTo>
                <a:lnTo>
                  <a:pt x="101187" y="165001"/>
                </a:lnTo>
                <a:lnTo>
                  <a:pt x="99532" y="163645"/>
                </a:lnTo>
                <a:lnTo>
                  <a:pt x="97936" y="162348"/>
                </a:lnTo>
                <a:lnTo>
                  <a:pt x="96341" y="160933"/>
                </a:lnTo>
                <a:lnTo>
                  <a:pt x="94626" y="159342"/>
                </a:lnTo>
                <a:lnTo>
                  <a:pt x="92972" y="157691"/>
                </a:lnTo>
                <a:lnTo>
                  <a:pt x="91317" y="156040"/>
                </a:lnTo>
                <a:lnTo>
                  <a:pt x="89662" y="154272"/>
                </a:lnTo>
                <a:lnTo>
                  <a:pt x="88185" y="152503"/>
                </a:lnTo>
                <a:lnTo>
                  <a:pt x="86648" y="150675"/>
                </a:lnTo>
                <a:lnTo>
                  <a:pt x="85170" y="148789"/>
                </a:lnTo>
                <a:lnTo>
                  <a:pt x="83751" y="146903"/>
                </a:lnTo>
                <a:lnTo>
                  <a:pt x="82393" y="145016"/>
                </a:lnTo>
                <a:lnTo>
                  <a:pt x="81032" y="143012"/>
                </a:lnTo>
                <a:lnTo>
                  <a:pt x="79792" y="141008"/>
                </a:lnTo>
                <a:lnTo>
                  <a:pt x="78551" y="139004"/>
                </a:lnTo>
                <a:lnTo>
                  <a:pt x="77368" y="136940"/>
                </a:lnTo>
                <a:lnTo>
                  <a:pt x="76246" y="134818"/>
                </a:lnTo>
                <a:lnTo>
                  <a:pt x="75181" y="132696"/>
                </a:lnTo>
                <a:lnTo>
                  <a:pt x="74177" y="130515"/>
                </a:lnTo>
                <a:lnTo>
                  <a:pt x="73231" y="128334"/>
                </a:lnTo>
                <a:lnTo>
                  <a:pt x="72285" y="126094"/>
                </a:lnTo>
                <a:lnTo>
                  <a:pt x="71458" y="123854"/>
                </a:lnTo>
                <a:lnTo>
                  <a:pt x="70689" y="121614"/>
                </a:lnTo>
                <a:lnTo>
                  <a:pt x="69921" y="119315"/>
                </a:lnTo>
                <a:lnTo>
                  <a:pt x="69271" y="116957"/>
                </a:lnTo>
                <a:lnTo>
                  <a:pt x="68680" y="114598"/>
                </a:lnTo>
                <a:lnTo>
                  <a:pt x="68030" y="112182"/>
                </a:lnTo>
                <a:lnTo>
                  <a:pt x="67556" y="109823"/>
                </a:lnTo>
                <a:lnTo>
                  <a:pt x="67144" y="107406"/>
                </a:lnTo>
                <a:lnTo>
                  <a:pt x="66788" y="104990"/>
                </a:lnTo>
                <a:lnTo>
                  <a:pt x="66493" y="102514"/>
                </a:lnTo>
                <a:lnTo>
                  <a:pt x="66197" y="100038"/>
                </a:lnTo>
                <a:lnTo>
                  <a:pt x="66020" y="97503"/>
                </a:lnTo>
                <a:lnTo>
                  <a:pt x="65961" y="94968"/>
                </a:lnTo>
                <a:lnTo>
                  <a:pt x="65902" y="92493"/>
                </a:lnTo>
                <a:lnTo>
                  <a:pt x="65961" y="90076"/>
                </a:lnTo>
                <a:lnTo>
                  <a:pt x="66020" y="87718"/>
                </a:lnTo>
                <a:lnTo>
                  <a:pt x="66197" y="85359"/>
                </a:lnTo>
                <a:lnTo>
                  <a:pt x="66434" y="83061"/>
                </a:lnTo>
                <a:lnTo>
                  <a:pt x="66670" y="80702"/>
                </a:lnTo>
                <a:lnTo>
                  <a:pt x="67026" y="78403"/>
                </a:lnTo>
                <a:lnTo>
                  <a:pt x="67380" y="76163"/>
                </a:lnTo>
                <a:lnTo>
                  <a:pt x="67793" y="73805"/>
                </a:lnTo>
                <a:lnTo>
                  <a:pt x="68266" y="71566"/>
                </a:lnTo>
                <a:lnTo>
                  <a:pt x="68857" y="69384"/>
                </a:lnTo>
                <a:lnTo>
                  <a:pt x="69449" y="67144"/>
                </a:lnTo>
                <a:lnTo>
                  <a:pt x="70099" y="64963"/>
                </a:lnTo>
                <a:lnTo>
                  <a:pt x="70867" y="62841"/>
                </a:lnTo>
                <a:lnTo>
                  <a:pt x="71576" y="60659"/>
                </a:lnTo>
                <a:lnTo>
                  <a:pt x="72344" y="58597"/>
                </a:lnTo>
                <a:lnTo>
                  <a:pt x="73231" y="56474"/>
                </a:lnTo>
                <a:lnTo>
                  <a:pt x="74117" y="54411"/>
                </a:lnTo>
                <a:lnTo>
                  <a:pt x="75122" y="52465"/>
                </a:lnTo>
                <a:lnTo>
                  <a:pt x="76068" y="50402"/>
                </a:lnTo>
                <a:lnTo>
                  <a:pt x="77191" y="48457"/>
                </a:lnTo>
                <a:lnTo>
                  <a:pt x="78255" y="46511"/>
                </a:lnTo>
                <a:lnTo>
                  <a:pt x="79437" y="44566"/>
                </a:lnTo>
                <a:lnTo>
                  <a:pt x="80560" y="42680"/>
                </a:lnTo>
                <a:lnTo>
                  <a:pt x="81801" y="40794"/>
                </a:lnTo>
                <a:lnTo>
                  <a:pt x="83043" y="38966"/>
                </a:lnTo>
                <a:lnTo>
                  <a:pt x="84402" y="37139"/>
                </a:lnTo>
                <a:lnTo>
                  <a:pt x="85761" y="35429"/>
                </a:lnTo>
                <a:lnTo>
                  <a:pt x="87121" y="33660"/>
                </a:lnTo>
                <a:lnTo>
                  <a:pt x="88598" y="31951"/>
                </a:lnTo>
                <a:lnTo>
                  <a:pt x="90076" y="30300"/>
                </a:lnTo>
                <a:lnTo>
                  <a:pt x="91553" y="28650"/>
                </a:lnTo>
                <a:lnTo>
                  <a:pt x="93149" y="27117"/>
                </a:lnTo>
                <a:lnTo>
                  <a:pt x="94745" y="25526"/>
                </a:lnTo>
                <a:lnTo>
                  <a:pt x="96341" y="23993"/>
                </a:lnTo>
                <a:lnTo>
                  <a:pt x="97996" y="22578"/>
                </a:lnTo>
                <a:lnTo>
                  <a:pt x="99710" y="21104"/>
                </a:lnTo>
                <a:lnTo>
                  <a:pt x="101483" y="19689"/>
                </a:lnTo>
                <a:lnTo>
                  <a:pt x="103256" y="18392"/>
                </a:lnTo>
                <a:lnTo>
                  <a:pt x="105089" y="17095"/>
                </a:lnTo>
                <a:lnTo>
                  <a:pt x="106862" y="15857"/>
                </a:lnTo>
                <a:lnTo>
                  <a:pt x="108753" y="14561"/>
                </a:lnTo>
                <a:lnTo>
                  <a:pt x="110644" y="13382"/>
                </a:lnTo>
                <a:lnTo>
                  <a:pt x="112594" y="12262"/>
                </a:lnTo>
                <a:lnTo>
                  <a:pt x="114545" y="11142"/>
                </a:lnTo>
                <a:lnTo>
                  <a:pt x="116496" y="10140"/>
                </a:lnTo>
                <a:lnTo>
                  <a:pt x="118565" y="9078"/>
                </a:lnTo>
                <a:lnTo>
                  <a:pt x="120574" y="8194"/>
                </a:lnTo>
                <a:lnTo>
                  <a:pt x="122643" y="7310"/>
                </a:lnTo>
                <a:lnTo>
                  <a:pt x="124770" y="6426"/>
                </a:lnTo>
                <a:lnTo>
                  <a:pt x="126839" y="5601"/>
                </a:lnTo>
                <a:lnTo>
                  <a:pt x="129026" y="4834"/>
                </a:lnTo>
                <a:lnTo>
                  <a:pt x="131153" y="4126"/>
                </a:lnTo>
                <a:lnTo>
                  <a:pt x="133340" y="3537"/>
                </a:lnTo>
                <a:lnTo>
                  <a:pt x="135586" y="2889"/>
                </a:lnTo>
                <a:lnTo>
                  <a:pt x="137773" y="2358"/>
                </a:lnTo>
                <a:lnTo>
                  <a:pt x="140019" y="1886"/>
                </a:lnTo>
                <a:lnTo>
                  <a:pt x="142324" y="1415"/>
                </a:lnTo>
                <a:lnTo>
                  <a:pt x="144570" y="1062"/>
                </a:lnTo>
                <a:lnTo>
                  <a:pt x="146876" y="707"/>
                </a:lnTo>
                <a:lnTo>
                  <a:pt x="149239" y="471"/>
                </a:lnTo>
                <a:lnTo>
                  <a:pt x="151545" y="236"/>
                </a:lnTo>
                <a:lnTo>
                  <a:pt x="153909" y="118"/>
                </a:lnTo>
                <a:lnTo>
                  <a:pt x="156274"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3" name="Connector 13"/>
          <p:cNvCxnSpPr/>
          <p:nvPr/>
        </p:nvCxnSpPr>
        <p:spPr>
          <a:xfrm rot="3031630">
            <a:off x="2092202" y="2730516"/>
            <a:ext cx="2013220"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4" name="Connector 14"/>
          <p:cNvCxnSpPr/>
          <p:nvPr/>
        </p:nvCxnSpPr>
        <p:spPr>
          <a:xfrm rot="-80405">
            <a:off x="4140051" y="3898900"/>
            <a:ext cx="2172034"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5" name="Connector 15"/>
          <p:cNvCxnSpPr/>
          <p:nvPr/>
        </p:nvCxnSpPr>
        <p:spPr>
          <a:xfrm rot="-2867580">
            <a:off x="6454064" y="2901936"/>
            <a:ext cx="2103298"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6" name="Connector 16"/>
          <p:cNvCxnSpPr/>
          <p:nvPr/>
        </p:nvCxnSpPr>
        <p:spPr>
          <a:xfrm rot="-1312589">
            <a:off x="3988025" y="2717797"/>
            <a:ext cx="4292168"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7" name="Connector 17"/>
          <p:cNvCxnSpPr/>
          <p:nvPr/>
        </p:nvCxnSpPr>
        <p:spPr>
          <a:xfrm rot="1583788">
            <a:off x="2312156" y="2711454"/>
            <a:ext cx="4316506"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8" name="Connector 18"/>
          <p:cNvCxnSpPr/>
          <p:nvPr/>
        </p:nvCxnSpPr>
        <p:spPr>
          <a:xfrm rot="-1239137">
            <a:off x="8657847" y="1689090"/>
            <a:ext cx="136606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cxnSp>
        <p:nvCxnSpPr>
          <p:cNvPr id="19" name="Connector 19"/>
          <p:cNvCxnSpPr/>
          <p:nvPr/>
        </p:nvCxnSpPr>
        <p:spPr>
          <a:xfrm rot="-2113491">
            <a:off x="6530624" y="2762244"/>
            <a:ext cx="3893270"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20" name="AutoShape 20"/>
          <p:cNvSpPr/>
          <p:nvPr/>
        </p:nvSpPr>
        <p:spPr>
          <a:xfrm>
            <a:off x="1282700" y="5067300"/>
            <a:ext cx="749300" cy="749300"/>
          </a:xfrm>
          <a:prstGeom prst="ellipse">
            <a:avLst/>
          </a:prstGeom>
          <a:solidFill>
            <a:srgbClr val="044868">
              <a:alpha val="100000"/>
            </a:srgbClr>
          </a:solidFill>
          <a:ln w="12700" cap="flat" cmpd="sng">
            <a:solidFill>
              <a:srgbClr val="F9F9F9">
                <a:alpha val="100000"/>
              </a:srgbClr>
            </a:solidFill>
            <a:prstDash val="solid"/>
            <a:miter lim="10000000"/>
          </a:ln>
        </p:spPr>
        <p:txBody>
          <a:bodyPr vert="horz" wrap="square" lIns="63500" tIns="63500" rIns="63500" bIns="63500" rtlCol="0" anchor="ctr"/>
          <a:lstStyle/>
          <a:p>
            <a:pPr algn="ctr">
              <a:defRPr/>
            </a:pPr>
          </a:p>
        </p:txBody>
      </p:sp>
      <p:sp>
        <p:nvSpPr>
          <p:cNvPr id="21" name="Freeform 21"/>
          <p:cNvSpPr/>
          <p:nvPr/>
        </p:nvSpPr>
        <p:spPr>
          <a:xfrm>
            <a:off x="1422400" y="5156200"/>
            <a:ext cx="412238" cy="521006"/>
          </a:xfrm>
          <a:custGeom>
            <a:avLst/>
            <a:gdLst/>
            <a:ahLst/>
            <a:cxnLst/>
            <a:rect l="l" t="t" r="r" b="b"/>
            <a:pathLst>
              <a:path w="412238" h="521006">
                <a:moveTo>
                  <a:pt x="118161" y="234627"/>
                </a:moveTo>
                <a:lnTo>
                  <a:pt x="119018" y="235561"/>
                </a:lnTo>
                <a:lnTo>
                  <a:pt x="120499" y="237428"/>
                </a:lnTo>
                <a:lnTo>
                  <a:pt x="122058" y="239138"/>
                </a:lnTo>
                <a:lnTo>
                  <a:pt x="125254" y="242716"/>
                </a:lnTo>
                <a:lnTo>
                  <a:pt x="128528" y="246061"/>
                </a:lnTo>
                <a:lnTo>
                  <a:pt x="132034" y="249328"/>
                </a:lnTo>
                <a:lnTo>
                  <a:pt x="135542" y="252362"/>
                </a:lnTo>
                <a:lnTo>
                  <a:pt x="139283" y="255317"/>
                </a:lnTo>
                <a:lnTo>
                  <a:pt x="143102" y="258116"/>
                </a:lnTo>
                <a:lnTo>
                  <a:pt x="146921" y="260761"/>
                </a:lnTo>
                <a:lnTo>
                  <a:pt x="150975" y="263251"/>
                </a:lnTo>
                <a:lnTo>
                  <a:pt x="155028" y="265584"/>
                </a:lnTo>
                <a:lnTo>
                  <a:pt x="159315" y="267683"/>
                </a:lnTo>
                <a:lnTo>
                  <a:pt x="163524" y="269706"/>
                </a:lnTo>
                <a:lnTo>
                  <a:pt x="167889" y="271572"/>
                </a:lnTo>
                <a:lnTo>
                  <a:pt x="172253" y="273206"/>
                </a:lnTo>
                <a:lnTo>
                  <a:pt x="176774" y="274683"/>
                </a:lnTo>
                <a:lnTo>
                  <a:pt x="181294" y="275928"/>
                </a:lnTo>
                <a:lnTo>
                  <a:pt x="180282" y="277172"/>
                </a:lnTo>
                <a:lnTo>
                  <a:pt x="179346" y="278261"/>
                </a:lnTo>
                <a:lnTo>
                  <a:pt x="178488" y="279428"/>
                </a:lnTo>
                <a:lnTo>
                  <a:pt x="177554" y="280750"/>
                </a:lnTo>
                <a:lnTo>
                  <a:pt x="176851" y="281995"/>
                </a:lnTo>
                <a:lnTo>
                  <a:pt x="176072" y="283317"/>
                </a:lnTo>
                <a:lnTo>
                  <a:pt x="175370" y="284639"/>
                </a:lnTo>
                <a:lnTo>
                  <a:pt x="174747" y="286040"/>
                </a:lnTo>
                <a:lnTo>
                  <a:pt x="174280" y="287362"/>
                </a:lnTo>
                <a:lnTo>
                  <a:pt x="173812" y="288839"/>
                </a:lnTo>
                <a:lnTo>
                  <a:pt x="173345" y="290239"/>
                </a:lnTo>
                <a:lnTo>
                  <a:pt x="173032" y="291794"/>
                </a:lnTo>
                <a:lnTo>
                  <a:pt x="172799" y="293195"/>
                </a:lnTo>
                <a:lnTo>
                  <a:pt x="172488" y="294750"/>
                </a:lnTo>
                <a:lnTo>
                  <a:pt x="172409" y="296306"/>
                </a:lnTo>
                <a:lnTo>
                  <a:pt x="172331" y="297861"/>
                </a:lnTo>
                <a:lnTo>
                  <a:pt x="172409" y="299650"/>
                </a:lnTo>
                <a:lnTo>
                  <a:pt x="172565" y="301361"/>
                </a:lnTo>
                <a:lnTo>
                  <a:pt x="172876" y="303073"/>
                </a:lnTo>
                <a:lnTo>
                  <a:pt x="173189" y="304706"/>
                </a:lnTo>
                <a:lnTo>
                  <a:pt x="173579" y="306339"/>
                </a:lnTo>
                <a:lnTo>
                  <a:pt x="174046" y="308050"/>
                </a:lnTo>
                <a:lnTo>
                  <a:pt x="174669" y="309606"/>
                </a:lnTo>
                <a:lnTo>
                  <a:pt x="175293" y="311161"/>
                </a:lnTo>
                <a:lnTo>
                  <a:pt x="176150" y="312640"/>
                </a:lnTo>
                <a:lnTo>
                  <a:pt x="176930" y="314117"/>
                </a:lnTo>
                <a:lnTo>
                  <a:pt x="177787" y="315516"/>
                </a:lnTo>
                <a:lnTo>
                  <a:pt x="178801" y="316917"/>
                </a:lnTo>
                <a:lnTo>
                  <a:pt x="179813" y="318239"/>
                </a:lnTo>
                <a:lnTo>
                  <a:pt x="180905" y="319561"/>
                </a:lnTo>
                <a:lnTo>
                  <a:pt x="182152" y="320806"/>
                </a:lnTo>
                <a:lnTo>
                  <a:pt x="183321" y="321894"/>
                </a:lnTo>
                <a:lnTo>
                  <a:pt x="165005" y="459406"/>
                </a:lnTo>
                <a:lnTo>
                  <a:pt x="209666" y="502651"/>
                </a:lnTo>
                <a:lnTo>
                  <a:pt x="253002" y="459406"/>
                </a:lnTo>
                <a:lnTo>
                  <a:pt x="234685" y="321894"/>
                </a:lnTo>
                <a:lnTo>
                  <a:pt x="236010" y="320728"/>
                </a:lnTo>
                <a:lnTo>
                  <a:pt x="237101" y="319484"/>
                </a:lnTo>
                <a:lnTo>
                  <a:pt x="238270" y="318162"/>
                </a:lnTo>
                <a:lnTo>
                  <a:pt x="239283" y="316917"/>
                </a:lnTo>
                <a:lnTo>
                  <a:pt x="240219" y="315439"/>
                </a:lnTo>
                <a:lnTo>
                  <a:pt x="241154" y="314117"/>
                </a:lnTo>
                <a:lnTo>
                  <a:pt x="242011" y="312561"/>
                </a:lnTo>
                <a:lnTo>
                  <a:pt x="242714" y="311084"/>
                </a:lnTo>
                <a:lnTo>
                  <a:pt x="243337" y="309528"/>
                </a:lnTo>
                <a:lnTo>
                  <a:pt x="244038" y="307972"/>
                </a:lnTo>
                <a:lnTo>
                  <a:pt x="244505" y="306339"/>
                </a:lnTo>
                <a:lnTo>
                  <a:pt x="244895" y="304706"/>
                </a:lnTo>
                <a:lnTo>
                  <a:pt x="245208" y="303073"/>
                </a:lnTo>
                <a:lnTo>
                  <a:pt x="245441" y="301283"/>
                </a:lnTo>
                <a:lnTo>
                  <a:pt x="245596" y="299650"/>
                </a:lnTo>
                <a:lnTo>
                  <a:pt x="245596" y="297861"/>
                </a:lnTo>
                <a:lnTo>
                  <a:pt x="245596" y="296306"/>
                </a:lnTo>
                <a:lnTo>
                  <a:pt x="245519" y="294905"/>
                </a:lnTo>
                <a:lnTo>
                  <a:pt x="245363" y="293506"/>
                </a:lnTo>
                <a:lnTo>
                  <a:pt x="245129" y="292105"/>
                </a:lnTo>
                <a:lnTo>
                  <a:pt x="244818" y="290706"/>
                </a:lnTo>
                <a:lnTo>
                  <a:pt x="244505" y="289383"/>
                </a:lnTo>
                <a:lnTo>
                  <a:pt x="244116" y="288061"/>
                </a:lnTo>
                <a:lnTo>
                  <a:pt x="243571" y="286739"/>
                </a:lnTo>
                <a:lnTo>
                  <a:pt x="243025" y="285495"/>
                </a:lnTo>
                <a:lnTo>
                  <a:pt x="242479" y="284173"/>
                </a:lnTo>
                <a:lnTo>
                  <a:pt x="241856" y="283006"/>
                </a:lnTo>
                <a:lnTo>
                  <a:pt x="241233" y="281761"/>
                </a:lnTo>
                <a:lnTo>
                  <a:pt x="240374" y="280595"/>
                </a:lnTo>
                <a:lnTo>
                  <a:pt x="239673" y="279350"/>
                </a:lnTo>
                <a:lnTo>
                  <a:pt x="238816" y="278261"/>
                </a:lnTo>
                <a:lnTo>
                  <a:pt x="238036" y="277172"/>
                </a:lnTo>
                <a:lnTo>
                  <a:pt x="242401" y="276084"/>
                </a:lnTo>
                <a:lnTo>
                  <a:pt x="246844" y="274839"/>
                </a:lnTo>
                <a:lnTo>
                  <a:pt x="251209" y="273439"/>
                </a:lnTo>
                <a:lnTo>
                  <a:pt x="255574" y="271883"/>
                </a:lnTo>
                <a:lnTo>
                  <a:pt x="259782" y="270095"/>
                </a:lnTo>
                <a:lnTo>
                  <a:pt x="263991" y="268305"/>
                </a:lnTo>
                <a:lnTo>
                  <a:pt x="268045" y="266206"/>
                </a:lnTo>
                <a:lnTo>
                  <a:pt x="272098" y="263950"/>
                </a:lnTo>
                <a:lnTo>
                  <a:pt x="275994" y="261616"/>
                </a:lnTo>
                <a:lnTo>
                  <a:pt x="279814" y="259050"/>
                </a:lnTo>
                <a:lnTo>
                  <a:pt x="283633" y="256405"/>
                </a:lnTo>
                <a:lnTo>
                  <a:pt x="287218" y="253605"/>
                </a:lnTo>
                <a:lnTo>
                  <a:pt x="290803" y="250650"/>
                </a:lnTo>
                <a:lnTo>
                  <a:pt x="294155" y="247538"/>
                </a:lnTo>
                <a:lnTo>
                  <a:pt x="297429" y="244351"/>
                </a:lnTo>
                <a:lnTo>
                  <a:pt x="300703" y="241005"/>
                </a:lnTo>
                <a:lnTo>
                  <a:pt x="301560" y="240149"/>
                </a:lnTo>
                <a:lnTo>
                  <a:pt x="302495" y="240928"/>
                </a:lnTo>
                <a:lnTo>
                  <a:pt x="308574" y="245594"/>
                </a:lnTo>
                <a:lnTo>
                  <a:pt x="314420" y="250417"/>
                </a:lnTo>
                <a:lnTo>
                  <a:pt x="320189" y="255394"/>
                </a:lnTo>
                <a:lnTo>
                  <a:pt x="323150" y="257884"/>
                </a:lnTo>
                <a:lnTo>
                  <a:pt x="325878" y="260450"/>
                </a:lnTo>
                <a:lnTo>
                  <a:pt x="328606" y="263094"/>
                </a:lnTo>
                <a:lnTo>
                  <a:pt x="331334" y="265739"/>
                </a:lnTo>
                <a:lnTo>
                  <a:pt x="334062" y="268383"/>
                </a:lnTo>
                <a:lnTo>
                  <a:pt x="336711" y="271028"/>
                </a:lnTo>
                <a:lnTo>
                  <a:pt x="339284" y="273672"/>
                </a:lnTo>
                <a:lnTo>
                  <a:pt x="341856" y="276473"/>
                </a:lnTo>
                <a:lnTo>
                  <a:pt x="344428" y="279272"/>
                </a:lnTo>
                <a:lnTo>
                  <a:pt x="346922" y="282072"/>
                </a:lnTo>
                <a:lnTo>
                  <a:pt x="349339" y="284950"/>
                </a:lnTo>
                <a:lnTo>
                  <a:pt x="351754" y="287828"/>
                </a:lnTo>
                <a:lnTo>
                  <a:pt x="354093" y="290783"/>
                </a:lnTo>
                <a:lnTo>
                  <a:pt x="356431" y="293817"/>
                </a:lnTo>
                <a:lnTo>
                  <a:pt x="358691" y="296772"/>
                </a:lnTo>
                <a:lnTo>
                  <a:pt x="360952" y="299806"/>
                </a:lnTo>
                <a:lnTo>
                  <a:pt x="363212" y="302917"/>
                </a:lnTo>
                <a:lnTo>
                  <a:pt x="365317" y="306028"/>
                </a:lnTo>
                <a:lnTo>
                  <a:pt x="367421" y="309140"/>
                </a:lnTo>
                <a:lnTo>
                  <a:pt x="369526" y="312327"/>
                </a:lnTo>
                <a:lnTo>
                  <a:pt x="371552" y="315595"/>
                </a:lnTo>
                <a:lnTo>
                  <a:pt x="373501" y="318784"/>
                </a:lnTo>
                <a:lnTo>
                  <a:pt x="375449" y="322205"/>
                </a:lnTo>
                <a:lnTo>
                  <a:pt x="377320" y="325551"/>
                </a:lnTo>
                <a:lnTo>
                  <a:pt x="379190" y="328894"/>
                </a:lnTo>
                <a:lnTo>
                  <a:pt x="380983" y="332317"/>
                </a:lnTo>
                <a:lnTo>
                  <a:pt x="382775" y="335738"/>
                </a:lnTo>
                <a:lnTo>
                  <a:pt x="384412" y="339317"/>
                </a:lnTo>
                <a:lnTo>
                  <a:pt x="386127" y="342895"/>
                </a:lnTo>
                <a:lnTo>
                  <a:pt x="387687" y="346473"/>
                </a:lnTo>
                <a:lnTo>
                  <a:pt x="389324" y="350050"/>
                </a:lnTo>
                <a:lnTo>
                  <a:pt x="390804" y="353861"/>
                </a:lnTo>
                <a:lnTo>
                  <a:pt x="392285" y="357516"/>
                </a:lnTo>
                <a:lnTo>
                  <a:pt x="393687" y="361250"/>
                </a:lnTo>
                <a:lnTo>
                  <a:pt x="395091" y="365139"/>
                </a:lnTo>
                <a:lnTo>
                  <a:pt x="396338" y="368950"/>
                </a:lnTo>
                <a:lnTo>
                  <a:pt x="397662" y="372839"/>
                </a:lnTo>
                <a:lnTo>
                  <a:pt x="398832" y="376805"/>
                </a:lnTo>
                <a:lnTo>
                  <a:pt x="400079" y="380773"/>
                </a:lnTo>
                <a:lnTo>
                  <a:pt x="401170" y="384895"/>
                </a:lnTo>
                <a:lnTo>
                  <a:pt x="402184" y="388939"/>
                </a:lnTo>
                <a:lnTo>
                  <a:pt x="403275" y="393139"/>
                </a:lnTo>
                <a:lnTo>
                  <a:pt x="404211" y="397261"/>
                </a:lnTo>
                <a:lnTo>
                  <a:pt x="405145" y="401461"/>
                </a:lnTo>
                <a:lnTo>
                  <a:pt x="406002" y="405740"/>
                </a:lnTo>
                <a:lnTo>
                  <a:pt x="406860" y="410094"/>
                </a:lnTo>
                <a:lnTo>
                  <a:pt x="407562" y="414451"/>
                </a:lnTo>
                <a:lnTo>
                  <a:pt x="408341" y="418884"/>
                </a:lnTo>
                <a:lnTo>
                  <a:pt x="408964" y="423318"/>
                </a:lnTo>
                <a:lnTo>
                  <a:pt x="409510" y="427906"/>
                </a:lnTo>
                <a:lnTo>
                  <a:pt x="410056" y="432417"/>
                </a:lnTo>
                <a:lnTo>
                  <a:pt x="410524" y="437083"/>
                </a:lnTo>
                <a:lnTo>
                  <a:pt x="410914" y="441750"/>
                </a:lnTo>
                <a:lnTo>
                  <a:pt x="411381" y="446416"/>
                </a:lnTo>
                <a:lnTo>
                  <a:pt x="411692" y="451239"/>
                </a:lnTo>
                <a:lnTo>
                  <a:pt x="411926" y="456062"/>
                </a:lnTo>
                <a:lnTo>
                  <a:pt x="412161" y="460884"/>
                </a:lnTo>
                <a:lnTo>
                  <a:pt x="412238" y="465861"/>
                </a:lnTo>
                <a:lnTo>
                  <a:pt x="412238" y="466639"/>
                </a:lnTo>
                <a:lnTo>
                  <a:pt x="411615" y="467029"/>
                </a:lnTo>
                <a:lnTo>
                  <a:pt x="405925" y="470295"/>
                </a:lnTo>
                <a:lnTo>
                  <a:pt x="400157" y="473484"/>
                </a:lnTo>
                <a:lnTo>
                  <a:pt x="394390" y="476517"/>
                </a:lnTo>
                <a:lnTo>
                  <a:pt x="388544" y="479472"/>
                </a:lnTo>
                <a:lnTo>
                  <a:pt x="382619" y="482350"/>
                </a:lnTo>
                <a:lnTo>
                  <a:pt x="376696" y="485150"/>
                </a:lnTo>
                <a:lnTo>
                  <a:pt x="370695" y="487794"/>
                </a:lnTo>
                <a:lnTo>
                  <a:pt x="364693" y="490361"/>
                </a:lnTo>
                <a:lnTo>
                  <a:pt x="358691" y="492850"/>
                </a:lnTo>
                <a:lnTo>
                  <a:pt x="352612" y="495262"/>
                </a:lnTo>
                <a:lnTo>
                  <a:pt x="346532" y="497440"/>
                </a:lnTo>
                <a:lnTo>
                  <a:pt x="340375" y="499617"/>
                </a:lnTo>
                <a:lnTo>
                  <a:pt x="334140" y="501717"/>
                </a:lnTo>
                <a:lnTo>
                  <a:pt x="327904" y="503584"/>
                </a:lnTo>
                <a:lnTo>
                  <a:pt x="321668" y="505529"/>
                </a:lnTo>
                <a:lnTo>
                  <a:pt x="315434" y="507239"/>
                </a:lnTo>
                <a:lnTo>
                  <a:pt x="309121" y="508872"/>
                </a:lnTo>
                <a:lnTo>
                  <a:pt x="302729" y="510428"/>
                </a:lnTo>
                <a:lnTo>
                  <a:pt x="296415" y="511907"/>
                </a:lnTo>
                <a:lnTo>
                  <a:pt x="290102" y="513229"/>
                </a:lnTo>
                <a:lnTo>
                  <a:pt x="283710" y="514473"/>
                </a:lnTo>
                <a:lnTo>
                  <a:pt x="277241" y="515639"/>
                </a:lnTo>
                <a:lnTo>
                  <a:pt x="270773" y="516650"/>
                </a:lnTo>
                <a:lnTo>
                  <a:pt x="264381" y="517506"/>
                </a:lnTo>
                <a:lnTo>
                  <a:pt x="257912" y="518362"/>
                </a:lnTo>
                <a:lnTo>
                  <a:pt x="251365" y="519062"/>
                </a:lnTo>
                <a:lnTo>
                  <a:pt x="244895" y="519607"/>
                </a:lnTo>
                <a:lnTo>
                  <a:pt x="238349" y="520073"/>
                </a:lnTo>
                <a:lnTo>
                  <a:pt x="231802" y="520461"/>
                </a:lnTo>
                <a:lnTo>
                  <a:pt x="225254" y="520851"/>
                </a:lnTo>
                <a:lnTo>
                  <a:pt x="218707" y="521006"/>
                </a:lnTo>
                <a:lnTo>
                  <a:pt x="212160" y="521006"/>
                </a:lnTo>
                <a:lnTo>
                  <a:pt x="205144" y="521006"/>
                </a:lnTo>
                <a:lnTo>
                  <a:pt x="198130" y="520772"/>
                </a:lnTo>
                <a:lnTo>
                  <a:pt x="191115" y="520384"/>
                </a:lnTo>
                <a:lnTo>
                  <a:pt x="184178" y="519995"/>
                </a:lnTo>
                <a:lnTo>
                  <a:pt x="177241" y="519450"/>
                </a:lnTo>
                <a:lnTo>
                  <a:pt x="170304" y="518828"/>
                </a:lnTo>
                <a:lnTo>
                  <a:pt x="163368" y="518051"/>
                </a:lnTo>
                <a:lnTo>
                  <a:pt x="156508" y="517040"/>
                </a:lnTo>
                <a:lnTo>
                  <a:pt x="149572" y="516028"/>
                </a:lnTo>
                <a:lnTo>
                  <a:pt x="142712" y="514862"/>
                </a:lnTo>
                <a:lnTo>
                  <a:pt x="135932" y="513540"/>
                </a:lnTo>
                <a:lnTo>
                  <a:pt x="129073" y="512139"/>
                </a:lnTo>
                <a:lnTo>
                  <a:pt x="122292" y="510662"/>
                </a:lnTo>
                <a:lnTo>
                  <a:pt x="115510" y="508950"/>
                </a:lnTo>
                <a:lnTo>
                  <a:pt x="108807" y="507239"/>
                </a:lnTo>
                <a:lnTo>
                  <a:pt x="102183" y="505372"/>
                </a:lnTo>
                <a:lnTo>
                  <a:pt x="95480" y="503351"/>
                </a:lnTo>
                <a:lnTo>
                  <a:pt x="88854" y="501329"/>
                </a:lnTo>
                <a:lnTo>
                  <a:pt x="82307" y="499073"/>
                </a:lnTo>
                <a:lnTo>
                  <a:pt x="75761" y="496739"/>
                </a:lnTo>
                <a:lnTo>
                  <a:pt x="69291" y="494251"/>
                </a:lnTo>
                <a:lnTo>
                  <a:pt x="62822" y="491684"/>
                </a:lnTo>
                <a:lnTo>
                  <a:pt x="56430" y="488961"/>
                </a:lnTo>
                <a:lnTo>
                  <a:pt x="49961" y="486161"/>
                </a:lnTo>
                <a:lnTo>
                  <a:pt x="43647" y="483206"/>
                </a:lnTo>
                <a:lnTo>
                  <a:pt x="37413" y="480173"/>
                </a:lnTo>
                <a:lnTo>
                  <a:pt x="31177" y="477062"/>
                </a:lnTo>
                <a:lnTo>
                  <a:pt x="24942" y="473795"/>
                </a:lnTo>
                <a:lnTo>
                  <a:pt x="18785" y="470450"/>
                </a:lnTo>
                <a:lnTo>
                  <a:pt x="12705" y="467029"/>
                </a:lnTo>
                <a:lnTo>
                  <a:pt x="6703" y="463372"/>
                </a:lnTo>
                <a:lnTo>
                  <a:pt x="701" y="459640"/>
                </a:lnTo>
                <a:lnTo>
                  <a:pt x="0" y="462829"/>
                </a:lnTo>
                <a:lnTo>
                  <a:pt x="0" y="458473"/>
                </a:lnTo>
                <a:lnTo>
                  <a:pt x="234" y="453495"/>
                </a:lnTo>
                <a:lnTo>
                  <a:pt x="546" y="448517"/>
                </a:lnTo>
                <a:lnTo>
                  <a:pt x="857" y="443540"/>
                </a:lnTo>
                <a:lnTo>
                  <a:pt x="1325" y="438795"/>
                </a:lnTo>
                <a:lnTo>
                  <a:pt x="1714" y="433973"/>
                </a:lnTo>
                <a:lnTo>
                  <a:pt x="2261" y="429151"/>
                </a:lnTo>
                <a:lnTo>
                  <a:pt x="2884" y="424561"/>
                </a:lnTo>
                <a:lnTo>
                  <a:pt x="3508" y="419895"/>
                </a:lnTo>
                <a:lnTo>
                  <a:pt x="4209" y="415305"/>
                </a:lnTo>
                <a:lnTo>
                  <a:pt x="4910" y="410794"/>
                </a:lnTo>
                <a:lnTo>
                  <a:pt x="5767" y="406283"/>
                </a:lnTo>
                <a:lnTo>
                  <a:pt x="6626" y="401928"/>
                </a:lnTo>
                <a:lnTo>
                  <a:pt x="7483" y="397495"/>
                </a:lnTo>
                <a:lnTo>
                  <a:pt x="8574" y="393217"/>
                </a:lnTo>
                <a:lnTo>
                  <a:pt x="9508" y="388939"/>
                </a:lnTo>
                <a:lnTo>
                  <a:pt x="10601" y="384739"/>
                </a:lnTo>
                <a:lnTo>
                  <a:pt x="11769" y="380539"/>
                </a:lnTo>
                <a:lnTo>
                  <a:pt x="12939" y="376495"/>
                </a:lnTo>
                <a:lnTo>
                  <a:pt x="14186" y="372373"/>
                </a:lnTo>
                <a:lnTo>
                  <a:pt x="15433" y="368405"/>
                </a:lnTo>
                <a:lnTo>
                  <a:pt x="16835" y="364362"/>
                </a:lnTo>
                <a:lnTo>
                  <a:pt x="18161" y="360473"/>
                </a:lnTo>
                <a:lnTo>
                  <a:pt x="19642" y="356662"/>
                </a:lnTo>
                <a:lnTo>
                  <a:pt x="21123" y="352773"/>
                </a:lnTo>
                <a:lnTo>
                  <a:pt x="22681" y="349039"/>
                </a:lnTo>
                <a:lnTo>
                  <a:pt x="24240" y="345384"/>
                </a:lnTo>
                <a:lnTo>
                  <a:pt x="25878" y="341650"/>
                </a:lnTo>
                <a:lnTo>
                  <a:pt x="27513" y="337994"/>
                </a:lnTo>
                <a:lnTo>
                  <a:pt x="29307" y="334416"/>
                </a:lnTo>
                <a:lnTo>
                  <a:pt x="31098" y="330916"/>
                </a:lnTo>
                <a:lnTo>
                  <a:pt x="32892" y="327417"/>
                </a:lnTo>
                <a:lnTo>
                  <a:pt x="34762" y="323995"/>
                </a:lnTo>
                <a:lnTo>
                  <a:pt x="36711" y="320572"/>
                </a:lnTo>
                <a:lnTo>
                  <a:pt x="38660" y="317228"/>
                </a:lnTo>
                <a:lnTo>
                  <a:pt x="40686" y="313962"/>
                </a:lnTo>
                <a:lnTo>
                  <a:pt x="42713" y="310617"/>
                </a:lnTo>
                <a:lnTo>
                  <a:pt x="44817" y="307350"/>
                </a:lnTo>
                <a:lnTo>
                  <a:pt x="46921" y="304239"/>
                </a:lnTo>
                <a:lnTo>
                  <a:pt x="49182" y="301050"/>
                </a:lnTo>
                <a:lnTo>
                  <a:pt x="51441" y="298017"/>
                </a:lnTo>
                <a:lnTo>
                  <a:pt x="53702" y="294905"/>
                </a:lnTo>
                <a:lnTo>
                  <a:pt x="55963" y="291950"/>
                </a:lnTo>
                <a:lnTo>
                  <a:pt x="58379" y="288917"/>
                </a:lnTo>
                <a:lnTo>
                  <a:pt x="60795" y="286040"/>
                </a:lnTo>
                <a:lnTo>
                  <a:pt x="63212" y="283162"/>
                </a:lnTo>
                <a:lnTo>
                  <a:pt x="65706" y="280284"/>
                </a:lnTo>
                <a:lnTo>
                  <a:pt x="68278" y="277484"/>
                </a:lnTo>
                <a:lnTo>
                  <a:pt x="70849" y="274683"/>
                </a:lnTo>
                <a:lnTo>
                  <a:pt x="73344" y="271962"/>
                </a:lnTo>
                <a:lnTo>
                  <a:pt x="76072" y="269239"/>
                </a:lnTo>
                <a:lnTo>
                  <a:pt x="78722" y="266595"/>
                </a:lnTo>
                <a:lnTo>
                  <a:pt x="81450" y="263950"/>
                </a:lnTo>
                <a:lnTo>
                  <a:pt x="84256" y="261384"/>
                </a:lnTo>
                <a:lnTo>
                  <a:pt x="87062" y="258817"/>
                </a:lnTo>
                <a:lnTo>
                  <a:pt x="89868" y="256328"/>
                </a:lnTo>
                <a:lnTo>
                  <a:pt x="92752" y="253839"/>
                </a:lnTo>
                <a:lnTo>
                  <a:pt x="95714" y="251428"/>
                </a:lnTo>
                <a:lnTo>
                  <a:pt x="98598" y="249017"/>
                </a:lnTo>
                <a:lnTo>
                  <a:pt x="101637" y="246684"/>
                </a:lnTo>
                <a:lnTo>
                  <a:pt x="104755" y="244351"/>
                </a:lnTo>
                <a:lnTo>
                  <a:pt x="107795" y="242016"/>
                </a:lnTo>
                <a:lnTo>
                  <a:pt x="110834" y="239683"/>
                </a:lnTo>
                <a:lnTo>
                  <a:pt x="117147" y="235327"/>
                </a:lnTo>
                <a:lnTo>
                  <a:pt x="118161" y="234627"/>
                </a:lnTo>
                <a:close/>
                <a:moveTo>
                  <a:pt x="206041" y="0"/>
                </a:moveTo>
                <a:lnTo>
                  <a:pt x="209159" y="0"/>
                </a:lnTo>
                <a:lnTo>
                  <a:pt x="212432" y="0"/>
                </a:lnTo>
                <a:lnTo>
                  <a:pt x="215548" y="156"/>
                </a:lnTo>
                <a:lnTo>
                  <a:pt x="218666" y="311"/>
                </a:lnTo>
                <a:lnTo>
                  <a:pt x="221705" y="624"/>
                </a:lnTo>
                <a:lnTo>
                  <a:pt x="224822" y="935"/>
                </a:lnTo>
                <a:lnTo>
                  <a:pt x="227861" y="1402"/>
                </a:lnTo>
                <a:lnTo>
                  <a:pt x="230823" y="1947"/>
                </a:lnTo>
                <a:lnTo>
                  <a:pt x="233862" y="2492"/>
                </a:lnTo>
                <a:lnTo>
                  <a:pt x="236823" y="3115"/>
                </a:lnTo>
                <a:lnTo>
                  <a:pt x="239706" y="3816"/>
                </a:lnTo>
                <a:lnTo>
                  <a:pt x="242668" y="4672"/>
                </a:lnTo>
                <a:lnTo>
                  <a:pt x="245551" y="5451"/>
                </a:lnTo>
                <a:lnTo>
                  <a:pt x="248356" y="6386"/>
                </a:lnTo>
                <a:lnTo>
                  <a:pt x="251239" y="7398"/>
                </a:lnTo>
                <a:lnTo>
                  <a:pt x="253967" y="8487"/>
                </a:lnTo>
                <a:lnTo>
                  <a:pt x="256772" y="9656"/>
                </a:lnTo>
                <a:lnTo>
                  <a:pt x="259500" y="10824"/>
                </a:lnTo>
                <a:lnTo>
                  <a:pt x="262227" y="11991"/>
                </a:lnTo>
                <a:lnTo>
                  <a:pt x="264876" y="13393"/>
                </a:lnTo>
                <a:lnTo>
                  <a:pt x="267448" y="14718"/>
                </a:lnTo>
                <a:lnTo>
                  <a:pt x="270099" y="16196"/>
                </a:lnTo>
                <a:lnTo>
                  <a:pt x="272592" y="17677"/>
                </a:lnTo>
                <a:lnTo>
                  <a:pt x="275086" y="19312"/>
                </a:lnTo>
                <a:lnTo>
                  <a:pt x="277579" y="20947"/>
                </a:lnTo>
                <a:lnTo>
                  <a:pt x="279917" y="22582"/>
                </a:lnTo>
                <a:lnTo>
                  <a:pt x="282332" y="24295"/>
                </a:lnTo>
                <a:lnTo>
                  <a:pt x="284670" y="26086"/>
                </a:lnTo>
                <a:lnTo>
                  <a:pt x="287009" y="27955"/>
                </a:lnTo>
                <a:lnTo>
                  <a:pt x="289268" y="29825"/>
                </a:lnTo>
                <a:lnTo>
                  <a:pt x="291372" y="31772"/>
                </a:lnTo>
                <a:lnTo>
                  <a:pt x="293554" y="33796"/>
                </a:lnTo>
                <a:lnTo>
                  <a:pt x="295659" y="35820"/>
                </a:lnTo>
                <a:lnTo>
                  <a:pt x="297762" y="38001"/>
                </a:lnTo>
                <a:lnTo>
                  <a:pt x="299711" y="40025"/>
                </a:lnTo>
                <a:lnTo>
                  <a:pt x="301658" y="42283"/>
                </a:lnTo>
                <a:lnTo>
                  <a:pt x="303607" y="44541"/>
                </a:lnTo>
                <a:lnTo>
                  <a:pt x="305399" y="46800"/>
                </a:lnTo>
                <a:lnTo>
                  <a:pt x="307191" y="49058"/>
                </a:lnTo>
                <a:lnTo>
                  <a:pt x="308983" y="51472"/>
                </a:lnTo>
                <a:lnTo>
                  <a:pt x="310620" y="53886"/>
                </a:lnTo>
                <a:lnTo>
                  <a:pt x="312256" y="56378"/>
                </a:lnTo>
                <a:lnTo>
                  <a:pt x="313737" y="58870"/>
                </a:lnTo>
                <a:lnTo>
                  <a:pt x="315297" y="61439"/>
                </a:lnTo>
                <a:lnTo>
                  <a:pt x="316699" y="64009"/>
                </a:lnTo>
                <a:lnTo>
                  <a:pt x="318179" y="66656"/>
                </a:lnTo>
                <a:lnTo>
                  <a:pt x="319427" y="69304"/>
                </a:lnTo>
                <a:lnTo>
                  <a:pt x="320751" y="71873"/>
                </a:lnTo>
                <a:lnTo>
                  <a:pt x="321920" y="74600"/>
                </a:lnTo>
                <a:lnTo>
                  <a:pt x="323089" y="77403"/>
                </a:lnTo>
                <a:lnTo>
                  <a:pt x="324101" y="80206"/>
                </a:lnTo>
                <a:lnTo>
                  <a:pt x="325037" y="83010"/>
                </a:lnTo>
                <a:lnTo>
                  <a:pt x="326050" y="85890"/>
                </a:lnTo>
                <a:lnTo>
                  <a:pt x="326907" y="88772"/>
                </a:lnTo>
                <a:lnTo>
                  <a:pt x="327687" y="91653"/>
                </a:lnTo>
                <a:lnTo>
                  <a:pt x="328388" y="94612"/>
                </a:lnTo>
                <a:lnTo>
                  <a:pt x="329089" y="97570"/>
                </a:lnTo>
                <a:lnTo>
                  <a:pt x="329635" y="100608"/>
                </a:lnTo>
                <a:lnTo>
                  <a:pt x="330102" y="103645"/>
                </a:lnTo>
                <a:lnTo>
                  <a:pt x="330492" y="106681"/>
                </a:lnTo>
                <a:lnTo>
                  <a:pt x="330882" y="109719"/>
                </a:lnTo>
                <a:lnTo>
                  <a:pt x="331116" y="112756"/>
                </a:lnTo>
                <a:lnTo>
                  <a:pt x="331349" y="115870"/>
                </a:lnTo>
                <a:lnTo>
                  <a:pt x="331506" y="118985"/>
                </a:lnTo>
                <a:lnTo>
                  <a:pt x="331583" y="122178"/>
                </a:lnTo>
                <a:lnTo>
                  <a:pt x="331506" y="125838"/>
                </a:lnTo>
                <a:lnTo>
                  <a:pt x="331271" y="129653"/>
                </a:lnTo>
                <a:lnTo>
                  <a:pt x="330959" y="133313"/>
                </a:lnTo>
                <a:lnTo>
                  <a:pt x="330648" y="136895"/>
                </a:lnTo>
                <a:lnTo>
                  <a:pt x="330180" y="140555"/>
                </a:lnTo>
                <a:lnTo>
                  <a:pt x="329556" y="144137"/>
                </a:lnTo>
                <a:lnTo>
                  <a:pt x="328855" y="147719"/>
                </a:lnTo>
                <a:lnTo>
                  <a:pt x="327998" y="151145"/>
                </a:lnTo>
                <a:lnTo>
                  <a:pt x="327141" y="154728"/>
                </a:lnTo>
                <a:lnTo>
                  <a:pt x="326128" y="158153"/>
                </a:lnTo>
                <a:lnTo>
                  <a:pt x="325037" y="161502"/>
                </a:lnTo>
                <a:lnTo>
                  <a:pt x="323868" y="164850"/>
                </a:lnTo>
                <a:lnTo>
                  <a:pt x="322543" y="168121"/>
                </a:lnTo>
                <a:lnTo>
                  <a:pt x="321141" y="171392"/>
                </a:lnTo>
                <a:lnTo>
                  <a:pt x="319660" y="174662"/>
                </a:lnTo>
                <a:lnTo>
                  <a:pt x="318179" y="177777"/>
                </a:lnTo>
                <a:lnTo>
                  <a:pt x="316465" y="180891"/>
                </a:lnTo>
                <a:lnTo>
                  <a:pt x="314750" y="183929"/>
                </a:lnTo>
                <a:lnTo>
                  <a:pt x="312958" y="186888"/>
                </a:lnTo>
                <a:lnTo>
                  <a:pt x="311010" y="189847"/>
                </a:lnTo>
                <a:lnTo>
                  <a:pt x="309062" y="192728"/>
                </a:lnTo>
                <a:lnTo>
                  <a:pt x="306958" y="195532"/>
                </a:lnTo>
                <a:lnTo>
                  <a:pt x="304853" y="198335"/>
                </a:lnTo>
                <a:lnTo>
                  <a:pt x="302594" y="200983"/>
                </a:lnTo>
                <a:lnTo>
                  <a:pt x="300412" y="203629"/>
                </a:lnTo>
                <a:lnTo>
                  <a:pt x="297997" y="206200"/>
                </a:lnTo>
                <a:lnTo>
                  <a:pt x="295580" y="208691"/>
                </a:lnTo>
                <a:lnTo>
                  <a:pt x="293009" y="211027"/>
                </a:lnTo>
                <a:lnTo>
                  <a:pt x="290438" y="213441"/>
                </a:lnTo>
                <a:lnTo>
                  <a:pt x="287787" y="215699"/>
                </a:lnTo>
                <a:lnTo>
                  <a:pt x="285138" y="217957"/>
                </a:lnTo>
                <a:lnTo>
                  <a:pt x="282332" y="220061"/>
                </a:lnTo>
                <a:lnTo>
                  <a:pt x="278514" y="222863"/>
                </a:lnTo>
                <a:lnTo>
                  <a:pt x="274462" y="225511"/>
                </a:lnTo>
                <a:lnTo>
                  <a:pt x="270332" y="227924"/>
                </a:lnTo>
                <a:lnTo>
                  <a:pt x="266202" y="230261"/>
                </a:lnTo>
                <a:lnTo>
                  <a:pt x="261837" y="232442"/>
                </a:lnTo>
                <a:lnTo>
                  <a:pt x="257396" y="234466"/>
                </a:lnTo>
                <a:lnTo>
                  <a:pt x="255292" y="235401"/>
                </a:lnTo>
                <a:lnTo>
                  <a:pt x="252954" y="236257"/>
                </a:lnTo>
                <a:lnTo>
                  <a:pt x="250694" y="237192"/>
                </a:lnTo>
                <a:lnTo>
                  <a:pt x="248356" y="237970"/>
                </a:lnTo>
                <a:lnTo>
                  <a:pt x="246018" y="238671"/>
                </a:lnTo>
                <a:lnTo>
                  <a:pt x="243759" y="239372"/>
                </a:lnTo>
                <a:lnTo>
                  <a:pt x="241421" y="240151"/>
                </a:lnTo>
                <a:lnTo>
                  <a:pt x="239005" y="240695"/>
                </a:lnTo>
                <a:lnTo>
                  <a:pt x="236590" y="241319"/>
                </a:lnTo>
                <a:lnTo>
                  <a:pt x="234173" y="241785"/>
                </a:lnTo>
                <a:lnTo>
                  <a:pt x="231757" y="242252"/>
                </a:lnTo>
                <a:lnTo>
                  <a:pt x="229342" y="242799"/>
                </a:lnTo>
                <a:lnTo>
                  <a:pt x="226926" y="243110"/>
                </a:lnTo>
                <a:lnTo>
                  <a:pt x="224432" y="243498"/>
                </a:lnTo>
                <a:lnTo>
                  <a:pt x="221939" y="243732"/>
                </a:lnTo>
                <a:lnTo>
                  <a:pt x="219367" y="243966"/>
                </a:lnTo>
                <a:lnTo>
                  <a:pt x="216873" y="244122"/>
                </a:lnTo>
                <a:lnTo>
                  <a:pt x="214301" y="244277"/>
                </a:lnTo>
                <a:lnTo>
                  <a:pt x="211729" y="244356"/>
                </a:lnTo>
                <a:lnTo>
                  <a:pt x="209159" y="244356"/>
                </a:lnTo>
                <a:lnTo>
                  <a:pt x="206275" y="244356"/>
                </a:lnTo>
                <a:lnTo>
                  <a:pt x="203314" y="244199"/>
                </a:lnTo>
                <a:lnTo>
                  <a:pt x="200353" y="244044"/>
                </a:lnTo>
                <a:lnTo>
                  <a:pt x="197470" y="243811"/>
                </a:lnTo>
                <a:lnTo>
                  <a:pt x="194586" y="243498"/>
                </a:lnTo>
                <a:lnTo>
                  <a:pt x="191780" y="243187"/>
                </a:lnTo>
                <a:lnTo>
                  <a:pt x="188897" y="242720"/>
                </a:lnTo>
                <a:lnTo>
                  <a:pt x="186092" y="242175"/>
                </a:lnTo>
                <a:lnTo>
                  <a:pt x="183286" y="241630"/>
                </a:lnTo>
                <a:lnTo>
                  <a:pt x="180481" y="241007"/>
                </a:lnTo>
                <a:lnTo>
                  <a:pt x="177753" y="240307"/>
                </a:lnTo>
                <a:lnTo>
                  <a:pt x="175026" y="239527"/>
                </a:lnTo>
                <a:lnTo>
                  <a:pt x="172377" y="238671"/>
                </a:lnTo>
                <a:lnTo>
                  <a:pt x="169649" y="237814"/>
                </a:lnTo>
                <a:lnTo>
                  <a:pt x="167077" y="236958"/>
                </a:lnTo>
                <a:lnTo>
                  <a:pt x="164506" y="235868"/>
                </a:lnTo>
                <a:lnTo>
                  <a:pt x="161856" y="234855"/>
                </a:lnTo>
                <a:lnTo>
                  <a:pt x="159285" y="233688"/>
                </a:lnTo>
                <a:lnTo>
                  <a:pt x="156790" y="232519"/>
                </a:lnTo>
                <a:lnTo>
                  <a:pt x="154297" y="231351"/>
                </a:lnTo>
                <a:lnTo>
                  <a:pt x="151803" y="230027"/>
                </a:lnTo>
                <a:lnTo>
                  <a:pt x="149388" y="228782"/>
                </a:lnTo>
                <a:lnTo>
                  <a:pt x="147049" y="227302"/>
                </a:lnTo>
                <a:lnTo>
                  <a:pt x="144634" y="225900"/>
                </a:lnTo>
                <a:lnTo>
                  <a:pt x="142296" y="224420"/>
                </a:lnTo>
                <a:lnTo>
                  <a:pt x="140037" y="222863"/>
                </a:lnTo>
                <a:lnTo>
                  <a:pt x="137698" y="221306"/>
                </a:lnTo>
                <a:lnTo>
                  <a:pt x="135517" y="219593"/>
                </a:lnTo>
                <a:lnTo>
                  <a:pt x="133412" y="217957"/>
                </a:lnTo>
                <a:lnTo>
                  <a:pt x="131230" y="216167"/>
                </a:lnTo>
                <a:lnTo>
                  <a:pt x="129126" y="214453"/>
                </a:lnTo>
                <a:lnTo>
                  <a:pt x="127023" y="212584"/>
                </a:lnTo>
                <a:lnTo>
                  <a:pt x="124762" y="210482"/>
                </a:lnTo>
                <a:lnTo>
                  <a:pt x="122580" y="208302"/>
                </a:lnTo>
                <a:lnTo>
                  <a:pt x="120399" y="206121"/>
                </a:lnTo>
                <a:lnTo>
                  <a:pt x="118217" y="203785"/>
                </a:lnTo>
                <a:lnTo>
                  <a:pt x="116268" y="201449"/>
                </a:lnTo>
                <a:lnTo>
                  <a:pt x="114243" y="199036"/>
                </a:lnTo>
                <a:lnTo>
                  <a:pt x="112295" y="196544"/>
                </a:lnTo>
                <a:lnTo>
                  <a:pt x="110424" y="194051"/>
                </a:lnTo>
                <a:lnTo>
                  <a:pt x="108632" y="191559"/>
                </a:lnTo>
                <a:lnTo>
                  <a:pt x="106839" y="188912"/>
                </a:lnTo>
                <a:lnTo>
                  <a:pt x="105203" y="186265"/>
                </a:lnTo>
                <a:lnTo>
                  <a:pt x="103566" y="183617"/>
                </a:lnTo>
                <a:lnTo>
                  <a:pt x="102008" y="180891"/>
                </a:lnTo>
                <a:lnTo>
                  <a:pt x="100527" y="178088"/>
                </a:lnTo>
                <a:lnTo>
                  <a:pt x="99125" y="175285"/>
                </a:lnTo>
                <a:lnTo>
                  <a:pt x="97799" y="172404"/>
                </a:lnTo>
                <a:lnTo>
                  <a:pt x="96553" y="169522"/>
                </a:lnTo>
                <a:lnTo>
                  <a:pt x="95306" y="166563"/>
                </a:lnTo>
                <a:lnTo>
                  <a:pt x="94215" y="163604"/>
                </a:lnTo>
                <a:lnTo>
                  <a:pt x="93201" y="160645"/>
                </a:lnTo>
                <a:lnTo>
                  <a:pt x="92189" y="157608"/>
                </a:lnTo>
                <a:lnTo>
                  <a:pt x="91332" y="154494"/>
                </a:lnTo>
                <a:lnTo>
                  <a:pt x="90552" y="151379"/>
                </a:lnTo>
                <a:lnTo>
                  <a:pt x="89695" y="148186"/>
                </a:lnTo>
                <a:lnTo>
                  <a:pt x="89071" y="145072"/>
                </a:lnTo>
                <a:lnTo>
                  <a:pt x="88527" y="141879"/>
                </a:lnTo>
                <a:lnTo>
                  <a:pt x="88059" y="138687"/>
                </a:lnTo>
                <a:lnTo>
                  <a:pt x="87669" y="135416"/>
                </a:lnTo>
                <a:lnTo>
                  <a:pt x="87279" y="132145"/>
                </a:lnTo>
                <a:lnTo>
                  <a:pt x="87046" y="128797"/>
                </a:lnTo>
                <a:lnTo>
                  <a:pt x="86967" y="125448"/>
                </a:lnTo>
                <a:lnTo>
                  <a:pt x="86890" y="122178"/>
                </a:lnTo>
                <a:lnTo>
                  <a:pt x="86967" y="118985"/>
                </a:lnTo>
                <a:lnTo>
                  <a:pt x="87046" y="115870"/>
                </a:lnTo>
                <a:lnTo>
                  <a:pt x="87279" y="112756"/>
                </a:lnTo>
                <a:lnTo>
                  <a:pt x="87591" y="109719"/>
                </a:lnTo>
                <a:lnTo>
                  <a:pt x="87903" y="106604"/>
                </a:lnTo>
                <a:lnTo>
                  <a:pt x="88370" y="103567"/>
                </a:lnTo>
                <a:lnTo>
                  <a:pt x="88838" y="100608"/>
                </a:lnTo>
                <a:lnTo>
                  <a:pt x="89384" y="97493"/>
                </a:lnTo>
                <a:lnTo>
                  <a:pt x="90006" y="94534"/>
                </a:lnTo>
                <a:lnTo>
                  <a:pt x="90786" y="91653"/>
                </a:lnTo>
                <a:lnTo>
                  <a:pt x="91566" y="88694"/>
                </a:lnTo>
                <a:lnTo>
                  <a:pt x="92423" y="85813"/>
                </a:lnTo>
                <a:lnTo>
                  <a:pt x="93435" y="83010"/>
                </a:lnTo>
                <a:lnTo>
                  <a:pt x="94371" y="80128"/>
                </a:lnTo>
                <a:lnTo>
                  <a:pt x="95383" y="77403"/>
                </a:lnTo>
                <a:lnTo>
                  <a:pt x="96553" y="74600"/>
                </a:lnTo>
                <a:lnTo>
                  <a:pt x="97721" y="71873"/>
                </a:lnTo>
                <a:lnTo>
                  <a:pt x="99046" y="69304"/>
                </a:lnTo>
                <a:lnTo>
                  <a:pt x="100293" y="66578"/>
                </a:lnTo>
                <a:lnTo>
                  <a:pt x="101774" y="64009"/>
                </a:lnTo>
                <a:lnTo>
                  <a:pt x="103176" y="61439"/>
                </a:lnTo>
                <a:lnTo>
                  <a:pt x="104736" y="58870"/>
                </a:lnTo>
                <a:lnTo>
                  <a:pt x="106215" y="56378"/>
                </a:lnTo>
                <a:lnTo>
                  <a:pt x="107852" y="53886"/>
                </a:lnTo>
                <a:lnTo>
                  <a:pt x="109489" y="51472"/>
                </a:lnTo>
                <a:lnTo>
                  <a:pt x="111281" y="49058"/>
                </a:lnTo>
                <a:lnTo>
                  <a:pt x="113073" y="46800"/>
                </a:lnTo>
                <a:lnTo>
                  <a:pt x="114866" y="44464"/>
                </a:lnTo>
                <a:lnTo>
                  <a:pt x="116813" y="42206"/>
                </a:lnTo>
                <a:lnTo>
                  <a:pt x="118763" y="40025"/>
                </a:lnTo>
                <a:lnTo>
                  <a:pt x="120710" y="37845"/>
                </a:lnTo>
                <a:lnTo>
                  <a:pt x="122814" y="35820"/>
                </a:lnTo>
                <a:lnTo>
                  <a:pt x="124918" y="33717"/>
                </a:lnTo>
                <a:lnTo>
                  <a:pt x="127023" y="31693"/>
                </a:lnTo>
                <a:lnTo>
                  <a:pt x="129205" y="29825"/>
                </a:lnTo>
                <a:lnTo>
                  <a:pt x="131464" y="27878"/>
                </a:lnTo>
                <a:lnTo>
                  <a:pt x="133802" y="26008"/>
                </a:lnTo>
                <a:lnTo>
                  <a:pt x="136140" y="24295"/>
                </a:lnTo>
                <a:lnTo>
                  <a:pt x="138556" y="22582"/>
                </a:lnTo>
                <a:lnTo>
                  <a:pt x="140894" y="20947"/>
                </a:lnTo>
                <a:lnTo>
                  <a:pt x="143387" y="19234"/>
                </a:lnTo>
                <a:lnTo>
                  <a:pt x="145881" y="17677"/>
                </a:lnTo>
                <a:lnTo>
                  <a:pt x="148453" y="16196"/>
                </a:lnTo>
                <a:lnTo>
                  <a:pt x="151025" y="14718"/>
                </a:lnTo>
                <a:lnTo>
                  <a:pt x="153596" y="13393"/>
                </a:lnTo>
                <a:lnTo>
                  <a:pt x="156323" y="11991"/>
                </a:lnTo>
                <a:lnTo>
                  <a:pt x="158974" y="10824"/>
                </a:lnTo>
                <a:lnTo>
                  <a:pt x="161700" y="9656"/>
                </a:lnTo>
                <a:lnTo>
                  <a:pt x="164506" y="8487"/>
                </a:lnTo>
                <a:lnTo>
                  <a:pt x="167234" y="7398"/>
                </a:lnTo>
                <a:lnTo>
                  <a:pt x="170116" y="6386"/>
                </a:lnTo>
                <a:lnTo>
                  <a:pt x="172922" y="5451"/>
                </a:lnTo>
                <a:lnTo>
                  <a:pt x="175805" y="4672"/>
                </a:lnTo>
                <a:lnTo>
                  <a:pt x="178766" y="3816"/>
                </a:lnTo>
                <a:lnTo>
                  <a:pt x="181649" y="3115"/>
                </a:lnTo>
                <a:lnTo>
                  <a:pt x="184611" y="2492"/>
                </a:lnTo>
                <a:lnTo>
                  <a:pt x="187650" y="1869"/>
                </a:lnTo>
                <a:lnTo>
                  <a:pt x="190612" y="1402"/>
                </a:lnTo>
                <a:lnTo>
                  <a:pt x="193651" y="935"/>
                </a:lnTo>
                <a:lnTo>
                  <a:pt x="196767" y="624"/>
                </a:lnTo>
                <a:lnTo>
                  <a:pt x="199807" y="311"/>
                </a:lnTo>
                <a:lnTo>
                  <a:pt x="202924" y="156"/>
                </a:lnTo>
                <a:lnTo>
                  <a:pt x="206041" y="0"/>
                </a:lnTo>
                <a:close/>
              </a:path>
            </a:pathLst>
          </a:custGeom>
          <a:solidFill>
            <a:srgbClr val="F7F7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2171700" y="4762500"/>
            <a:ext cx="89662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3400" b="1" i="0" u="none" strike="noStrike" dirty="0" err="1">
                <a:solidFill>
                  <a:srgbClr val="0890D0"/>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轻舟数科</a:t>
            </a:r>
            <a:r>
              <a:rPr lang="en-US" sz="3400" b="1" i="0" u="none" strike="noStrike" dirty="0">
                <a:solidFill>
                  <a:srgbClr val="0890D0"/>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 · </a:t>
            </a:r>
            <a:r>
              <a:rPr lang="en-US" sz="3400" b="1" i="0" u="none" strike="noStrike" dirty="0" err="1">
                <a:solidFill>
                  <a:srgbClr val="0890D0"/>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智慧医疗</a:t>
            </a:r>
            <a:r>
              <a:rPr lang="zh-CN" altLang="en-US" sz="3400" b="1" i="0" u="none" strike="noStrike" dirty="0">
                <a:solidFill>
                  <a:srgbClr val="0890D0"/>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先行</a:t>
            </a:r>
            <a:r>
              <a:rPr lang="en-US" sz="3400" b="1" i="0" u="none" strike="noStrike" dirty="0">
                <a:solidFill>
                  <a:srgbClr val="0890D0"/>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者</a:t>
            </a:r>
            <a:endParaRPr lang="en-US" sz="1100" dirty="0"/>
          </a:p>
        </p:txBody>
      </p:sp>
      <p:sp>
        <p:nvSpPr>
          <p:cNvPr id="23" name="AutoShape 23"/>
          <p:cNvSpPr/>
          <p:nvPr/>
        </p:nvSpPr>
        <p:spPr>
          <a:xfrm>
            <a:off x="2171700" y="5588000"/>
            <a:ext cx="8737600" cy="1016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8000"/>
              </a:lnSpc>
              <a:defRPr/>
            </a:pPr>
            <a:r>
              <a:rPr lang="en-US" sz="1800" b="1" i="0" u="none" strike="noStrike" dirty="0" err="1">
                <a:solidFill>
                  <a:srgbClr val="044868"/>
                </a:solidFill>
                <a:latin typeface="华文中宋" panose="02010600040101010101" charset="-122"/>
                <a:ea typeface="华文中宋" panose="02010600040101010101" charset="-122"/>
                <a:cs typeface="华文中宋" panose="02010600040101010101" charset="-122"/>
                <a:sym typeface="华文中宋" panose="02010600040101010101" charset="-122"/>
              </a:rPr>
              <a:t>以AI驱动，重塑医疗服务新范式</a:t>
            </a:r>
            <a:endParaRPr lang="en-US" sz="1100" dirty="0"/>
          </a:p>
          <a:p>
            <a:pPr indent="0" algn="ctr">
              <a:lnSpc>
                <a:spcPct val="108000"/>
              </a:lnSpc>
            </a:pPr>
            <a:r>
              <a:rPr lang="en-US" sz="1300" b="0" i="0" u="none" strike="noStrike" dirty="0" err="1">
                <a:solidFill>
                  <a:srgbClr val="666666"/>
                </a:solidFill>
                <a:latin typeface="幼圆" panose="02010509060101010101" charset="-122"/>
                <a:ea typeface="幼圆" panose="02010509060101010101" charset="-122"/>
                <a:cs typeface="幼圆" panose="02010509060101010101" charset="-122"/>
                <a:sym typeface="幼圆" panose="02010509060101010101" charset="-122"/>
              </a:rPr>
              <a:t>成都轻舟数</a:t>
            </a:r>
            <a:r>
              <a:rPr lang="zh-CN" altLang="en-US" sz="1300" b="0" i="0" u="none" strike="noStrike" dirty="0">
                <a:solidFill>
                  <a:srgbClr val="666666"/>
                </a:solidFill>
                <a:latin typeface="幼圆" panose="02010509060101010101" charset="-122"/>
                <a:ea typeface="幼圆" panose="02010509060101010101" charset="-122"/>
                <a:cs typeface="幼圆" panose="02010509060101010101" charset="-122"/>
                <a:sym typeface="幼圆" panose="02010509060101010101" charset="-122"/>
              </a:rPr>
              <a:t>科</a:t>
            </a:r>
            <a:r>
              <a:rPr lang="en-US" sz="1300" b="0" i="0" u="none" strike="noStrike" dirty="0" err="1">
                <a:solidFill>
                  <a:srgbClr val="666666"/>
                </a:solidFill>
                <a:latin typeface="幼圆" panose="02010509060101010101" charset="-122"/>
                <a:ea typeface="幼圆" panose="02010509060101010101" charset="-122"/>
                <a:cs typeface="幼圆" panose="02010509060101010101" charset="-122"/>
                <a:sym typeface="幼圆" panose="02010509060101010101" charset="-122"/>
              </a:rPr>
              <a:t>科技有限公司</a:t>
            </a:r>
            <a:r>
              <a:rPr lang="en-US" sz="1300" b="0" i="0" u="none" strike="noStrike" dirty="0">
                <a:solidFill>
                  <a:srgbClr val="666666"/>
                </a:solidFill>
                <a:latin typeface="幼圆" panose="02010509060101010101" charset="-122"/>
                <a:ea typeface="幼圆" panose="02010509060101010101" charset="-122"/>
                <a:cs typeface="幼圆" panose="02010509060101010101" charset="-122"/>
                <a:sym typeface="幼圆" panose="02010509060101010101" charset="-122"/>
              </a:rPr>
              <a:t> | 2026年</a:t>
            </a:r>
            <a:endParaRPr lang="en-US" sz="1300" b="0" i="0" u="none" strike="noStrike" dirty="0">
              <a:solidFill>
                <a:srgbClr val="666666"/>
              </a:solidFill>
              <a:latin typeface="幼圆" panose="02010509060101010101" charset="-122"/>
              <a:ea typeface="幼圆" panose="02010509060101010101" charset="-122"/>
              <a:cs typeface="幼圆" panose="02010509060101010101" charset="-122"/>
              <a:sym typeface="幼圆" panose="020105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40892" b="40892"/>
          <a:stretch>
            <a:fillRect/>
          </a:stretch>
        </p:blipFill>
        <p:spPr>
          <a:xfrm>
            <a:off x="0" y="0"/>
            <a:ext cx="12192000" cy="1066800"/>
          </a:xfrm>
          <a:prstGeom prst="rect">
            <a:avLst/>
          </a:prstGeom>
          <a:noFill/>
          <a:ln w="25400" cap="flat" cmpd="sng">
            <a:noFill/>
            <a:prstDash val="solid"/>
            <a:round/>
          </a:ln>
        </p:spPr>
      </p:pic>
      <p:sp>
        <p:nvSpPr>
          <p:cNvPr id="3" name="AutoShape 3"/>
          <p:cNvSpPr/>
          <p:nvPr/>
        </p:nvSpPr>
        <p:spPr>
          <a:xfrm>
            <a:off x="0" y="0"/>
            <a:ext cx="12192000" cy="1066800"/>
          </a:xfrm>
          <a:prstGeom prst="roundRect">
            <a:avLst>
              <a:gd name="adj" fmla="val 0"/>
            </a:avLst>
          </a:prstGeom>
          <a:solidFill>
            <a:srgbClr val="0080B2">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22300" y="203200"/>
            <a:ext cx="10922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3600" b="1" i="0" u="none" strike="noStrike" dirty="0" err="1">
                <a:solidFill>
                  <a:srgbClr val="FFFFFF"/>
                </a:solidFill>
                <a:effectLst>
                  <a:outerShdw blurRad="76200" dist="38100" dir="5400000" algn="tl" rotWithShape="0">
                    <a:srgbClr val="000000">
                      <a:alpha val="3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关于轻舟数科</a:t>
            </a:r>
            <a:endParaRPr lang="en-US" sz="1100" dirty="0"/>
          </a:p>
        </p:txBody>
      </p:sp>
      <p:pic>
        <p:nvPicPr>
          <p:cNvPr id="5" name="Picture 5"/>
          <p:cNvPicPr>
            <a:picLocks noChangeAspect="1"/>
          </p:cNvPicPr>
          <p:nvPr/>
        </p:nvPicPr>
        <p:blipFill>
          <a:blip r:embed="rId2"/>
          <a:srcRect l="15540" r="15540"/>
          <a:stretch>
            <a:fillRect/>
          </a:stretch>
        </p:blipFill>
        <p:spPr>
          <a:xfrm>
            <a:off x="622300" y="1524000"/>
            <a:ext cx="4318000" cy="4699000"/>
          </a:xfrm>
          <a:prstGeom prst="roundRect">
            <a:avLst>
              <a:gd name="adj" fmla="val 4705"/>
            </a:avLst>
          </a:prstGeom>
          <a:noFill/>
          <a:ln w="25400" cap="flat" cmpd="sng">
            <a:noFill/>
            <a:prstDash val="solid"/>
            <a:round/>
          </a:ln>
          <a:effectLst>
            <a:outerShdw blurRad="190500" dist="63500" dir="5400000" algn="tl" rotWithShape="0">
              <a:srgbClr val="000000">
                <a:alpha val="15000"/>
              </a:srgbClr>
            </a:outerShdw>
          </a:effectLst>
        </p:spPr>
      </p:pic>
      <p:sp>
        <p:nvSpPr>
          <p:cNvPr id="6" name="AutoShape 6"/>
          <p:cNvSpPr/>
          <p:nvPr/>
        </p:nvSpPr>
        <p:spPr>
          <a:xfrm>
            <a:off x="5207000" y="1524000"/>
            <a:ext cx="6223000" cy="1397000"/>
          </a:xfrm>
          <a:prstGeom prst="roundRect">
            <a:avLst>
              <a:gd name="adj" fmla="val 10909"/>
            </a:avLst>
          </a:prstGeom>
          <a:solidFill>
            <a:srgbClr val="ECF7F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500" y="1778000"/>
            <a:ext cx="508000" cy="508000"/>
          </a:xfrm>
          <a:prstGeom prst="rect">
            <a:avLst/>
          </a:prstGeom>
        </p:spPr>
      </p:pic>
      <p:sp>
        <p:nvSpPr>
          <p:cNvPr id="8" name="AutoShape 8"/>
          <p:cNvSpPr/>
          <p:nvPr/>
        </p:nvSpPr>
        <p:spPr>
          <a:xfrm>
            <a:off x="6096000" y="17145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筹备与研发历程</a:t>
            </a:r>
            <a:r>
              <a:rPr lang="en-US" sz="1600" b="1" i="0" u="none" strike="noStrike" dirty="0">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 (2022-2025)</a:t>
            </a:r>
            <a:endParaRPr lang="en-US" sz="1100" dirty="0"/>
          </a:p>
        </p:txBody>
      </p:sp>
      <p:sp>
        <p:nvSpPr>
          <p:cNvPr id="9" name="AutoShape 9"/>
          <p:cNvSpPr/>
          <p:nvPr/>
        </p:nvSpPr>
        <p:spPr>
          <a:xfrm>
            <a:off x="6096000" y="2159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项目筹备</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及投入</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历时近三年，累计投入超300万+资金，全方位用于底层技术</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、医疗数据积累与高端人才建设。</a:t>
            </a:r>
            <a:endParaRPr lang="en-US" sz="1100" dirty="0"/>
          </a:p>
        </p:txBody>
      </p:sp>
      <p:sp>
        <p:nvSpPr>
          <p:cNvPr id="10" name="AutoShape 10"/>
          <p:cNvSpPr/>
          <p:nvPr/>
        </p:nvSpPr>
        <p:spPr>
          <a:xfrm>
            <a:off x="5207000" y="3175000"/>
            <a:ext cx="6223000" cy="1397000"/>
          </a:xfrm>
          <a:prstGeom prst="roundRect">
            <a:avLst>
              <a:gd name="adj" fmla="val 10909"/>
            </a:avLst>
          </a:prstGeom>
          <a:solidFill>
            <a:srgbClr val="ECF7F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97500" y="3429000"/>
            <a:ext cx="508000" cy="508000"/>
          </a:xfrm>
          <a:prstGeom prst="rect">
            <a:avLst/>
          </a:prstGeom>
        </p:spPr>
      </p:pic>
      <p:sp>
        <p:nvSpPr>
          <p:cNvPr id="12" name="AutoShape 12"/>
          <p:cNvSpPr/>
          <p:nvPr/>
        </p:nvSpPr>
        <p:spPr>
          <a:xfrm>
            <a:off x="6096000" y="33655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技术突破与独立运营</a:t>
            </a:r>
            <a:r>
              <a:rPr lang="en-US" sz="1600" b="1" i="0" u="none" strike="noStrike" dirty="0">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 (2025-至今)</a:t>
            </a:r>
            <a:endParaRPr lang="en-US" sz="1100" dirty="0"/>
          </a:p>
        </p:txBody>
      </p:sp>
      <p:sp>
        <p:nvSpPr>
          <p:cNvPr id="13" name="AutoShape 13"/>
          <p:cNvSpPr/>
          <p:nvPr/>
        </p:nvSpPr>
        <p:spPr>
          <a:xfrm>
            <a:off x="6096000" y="3810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2025年核心</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技术取得重大突破，</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同年正式成立“成都轻舟数</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科</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科技有限公司</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开启独立运营</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之路</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5207000" y="4826000"/>
            <a:ext cx="6223000" cy="1397000"/>
          </a:xfrm>
          <a:prstGeom prst="roundRect">
            <a:avLst>
              <a:gd name="adj" fmla="val 10909"/>
            </a:avLst>
          </a:prstGeom>
          <a:solidFill>
            <a:srgbClr val="ECF7F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7500" y="5080000"/>
            <a:ext cx="508000" cy="508000"/>
          </a:xfrm>
          <a:prstGeom prst="rect">
            <a:avLst/>
          </a:prstGeom>
        </p:spPr>
      </p:pic>
      <p:sp>
        <p:nvSpPr>
          <p:cNvPr id="16" name="AutoShape 16"/>
          <p:cNvSpPr/>
          <p:nvPr/>
        </p:nvSpPr>
        <p:spPr>
          <a:xfrm>
            <a:off x="6096000" y="50165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医工结合”核心团队</a:t>
            </a:r>
            <a:endParaRPr lang="en-US" sz="1100" dirty="0"/>
          </a:p>
        </p:txBody>
      </p:sp>
      <p:sp>
        <p:nvSpPr>
          <p:cNvPr id="17" name="AutoShape 17"/>
          <p:cNvSpPr/>
          <p:nvPr/>
        </p:nvSpPr>
        <p:spPr>
          <a:xfrm>
            <a:off x="6096000" y="5461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核心团队共15人，由AI工程师、大数据专家与临床医生组成，</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每人至少</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拥有10年+行业深耕经验，是一支真正懂医疗、懂技术的复合型团队。</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40892" b="40892"/>
          <a:stretch>
            <a:fillRect/>
          </a:stretch>
        </p:blipFill>
        <p:spPr>
          <a:xfrm>
            <a:off x="0" y="0"/>
            <a:ext cx="12192000" cy="1066800"/>
          </a:xfrm>
          <a:prstGeom prst="rect">
            <a:avLst/>
          </a:prstGeom>
          <a:noFill/>
          <a:ln w="25400" cap="flat" cmpd="sng">
            <a:noFill/>
            <a:prstDash val="solid"/>
            <a:round/>
          </a:ln>
        </p:spPr>
      </p:pic>
      <p:sp>
        <p:nvSpPr>
          <p:cNvPr id="3" name="AutoShape 3"/>
          <p:cNvSpPr/>
          <p:nvPr/>
        </p:nvSpPr>
        <p:spPr>
          <a:xfrm>
            <a:off x="0" y="0"/>
            <a:ext cx="12192000" cy="1066800"/>
          </a:xfrm>
          <a:prstGeom prst="roundRect">
            <a:avLst>
              <a:gd name="adj" fmla="val 0"/>
            </a:avLst>
          </a:prstGeom>
          <a:solidFill>
            <a:srgbClr val="0080B2">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152400"/>
            <a:ext cx="1143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effectLst>
                  <a:outerShdw blurRad="38100" dist="25400" dir="2700000" algn="tl" rotWithShape="0">
                    <a:srgbClr val="000000">
                      <a:alpha val="3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行业挑战：医疗行业的“三重门</a:t>
            </a:r>
            <a:r>
              <a:rPr lang="en-US" sz="3200" b="1" i="0" u="none" strike="noStrike" dirty="0">
                <a:solidFill>
                  <a:srgbClr val="FFFFFF"/>
                </a:solidFill>
                <a:effectLst>
                  <a:outerShdw blurRad="38100" dist="25400" dir="2700000" algn="tl" rotWithShape="0">
                    <a:srgbClr val="000000">
                      <a:alpha val="3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a:t>
            </a:r>
            <a:endParaRPr lang="en-US" sz="1100" dirty="0"/>
          </a:p>
        </p:txBody>
      </p:sp>
      <p:pic>
        <p:nvPicPr>
          <p:cNvPr id="5" name="Picture 5"/>
          <p:cNvPicPr>
            <a:picLocks noChangeAspect="1"/>
          </p:cNvPicPr>
          <p:nvPr/>
        </p:nvPicPr>
        <p:blipFill>
          <a:blip r:embed="rId2"/>
          <a:srcRect l="20175" r="20175"/>
          <a:stretch>
            <a:fillRect/>
          </a:stretch>
        </p:blipFill>
        <p:spPr>
          <a:xfrm>
            <a:off x="508000" y="1397000"/>
            <a:ext cx="4318000" cy="4826000"/>
          </a:xfrm>
          <a:prstGeom prst="roundRect">
            <a:avLst>
              <a:gd name="adj" fmla="val 3529"/>
            </a:avLst>
          </a:prstGeom>
          <a:noFill/>
          <a:ln w="25400" cap="flat" cmpd="sng">
            <a:noFill/>
            <a:prstDash val="solid"/>
            <a:round/>
          </a:ln>
          <a:effectLst>
            <a:outerShdw blurRad="190500" dist="63500" dir="2700000" algn="tl" rotWithShape="0">
              <a:srgbClr val="000000">
                <a:alpha val="15000"/>
              </a:srgbClr>
            </a:outerShdw>
          </a:effectLst>
        </p:spPr>
      </p:pic>
      <p:sp>
        <p:nvSpPr>
          <p:cNvPr id="6" name="AutoShape 6"/>
          <p:cNvSpPr/>
          <p:nvPr/>
        </p:nvSpPr>
        <p:spPr>
          <a:xfrm>
            <a:off x="5080000" y="1397000"/>
            <a:ext cx="6223000" cy="1524000"/>
          </a:xfrm>
          <a:prstGeom prst="roundRect">
            <a:avLst>
              <a:gd name="adj" fmla="val 6666"/>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70500" y="1854200"/>
            <a:ext cx="609600" cy="609600"/>
          </a:xfrm>
          <a:prstGeom prst="rect">
            <a:avLst/>
          </a:prstGeom>
        </p:spPr>
      </p:pic>
      <p:sp>
        <p:nvSpPr>
          <p:cNvPr id="8" name="AutoShape 8"/>
          <p:cNvSpPr/>
          <p:nvPr/>
        </p:nvSpPr>
        <p:spPr>
          <a:xfrm>
            <a:off x="6096000" y="15875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临床决策的“能力鸿沟”</a:t>
            </a:r>
            <a:endParaRPr lang="en-US" sz="1100"/>
          </a:p>
        </p:txBody>
      </p:sp>
      <p:sp>
        <p:nvSpPr>
          <p:cNvPr id="9" name="AutoShape 9"/>
          <p:cNvSpPr/>
          <p:nvPr/>
        </p:nvSpPr>
        <p:spPr>
          <a:xfrm>
            <a:off x="6096000" y="2032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青年医生成长困境，缺乏足够的实战经验积累</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，病情考虑不全面</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indent="0" algn="l">
              <a:lnSpc>
                <a:spcPct val="108000"/>
              </a:lnSpc>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资深医生面临专业“</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天花板</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知识更新滞后，进阶困难</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080000" y="3175000"/>
            <a:ext cx="6223000" cy="1524000"/>
          </a:xfrm>
          <a:prstGeom prst="roundRect">
            <a:avLst>
              <a:gd name="adj" fmla="val 6666"/>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70500" y="3632200"/>
            <a:ext cx="609600" cy="609600"/>
          </a:xfrm>
          <a:prstGeom prst="rect">
            <a:avLst/>
          </a:prstGeom>
        </p:spPr>
      </p:pic>
      <p:sp>
        <p:nvSpPr>
          <p:cNvPr id="12" name="AutoShape 12"/>
          <p:cNvSpPr/>
          <p:nvPr/>
        </p:nvSpPr>
        <p:spPr>
          <a:xfrm>
            <a:off x="6096000" y="33655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临床工作的“效率枷锁”</a:t>
            </a:r>
            <a:endParaRPr lang="en-US" sz="1100"/>
          </a:p>
        </p:txBody>
      </p:sp>
      <p:sp>
        <p:nvSpPr>
          <p:cNvPr id="13" name="AutoShape 13"/>
          <p:cNvSpPr/>
          <p:nvPr/>
        </p:nvSpPr>
        <p:spPr>
          <a:xfrm>
            <a:off x="6096000" y="3810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医生近50%的工作时间消耗在文书撰写，临床负担沉重。</a:t>
            </a:r>
            <a:endParaRPr lang="en-US" sz="1100"/>
          </a:p>
          <a:p>
            <a:pPr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传统病历书写模式下，标准化程度低，合规性难以统一保障。</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080000" y="4953000"/>
            <a:ext cx="6223000" cy="1524000"/>
          </a:xfrm>
          <a:prstGeom prst="roundRect">
            <a:avLst>
              <a:gd name="adj" fmla="val 6666"/>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0500" y="5410200"/>
            <a:ext cx="609600" cy="609600"/>
          </a:xfrm>
          <a:prstGeom prst="rect">
            <a:avLst/>
          </a:prstGeom>
        </p:spPr>
      </p:pic>
      <p:sp>
        <p:nvSpPr>
          <p:cNvPr id="16" name="AutoShape 16"/>
          <p:cNvSpPr/>
          <p:nvPr/>
        </p:nvSpPr>
        <p:spPr>
          <a:xfrm>
            <a:off x="6096000" y="51435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医院运营的“效益瓶颈”</a:t>
            </a:r>
            <a:endParaRPr lang="en-US" sz="1100"/>
          </a:p>
        </p:txBody>
      </p:sp>
      <p:sp>
        <p:nvSpPr>
          <p:cNvPr id="17" name="AutoShape 17"/>
          <p:cNvSpPr/>
          <p:nvPr/>
        </p:nvSpPr>
        <p:spPr>
          <a:xfrm>
            <a:off x="6096000" y="5588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DRG/DIP付费改革倒逼医院从“规模增收”转向“控费增效”。</a:t>
            </a:r>
            <a:endParaRPr lang="en-US" sz="1100"/>
          </a:p>
          <a:p>
            <a:pPr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运营成本刚性增长与收益提升空间收窄的矛盾日益凸显。</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solidFill>
            <a:srgbClr val="0080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
            <a:ext cx="12192000" cy="635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en-US" sz="3000" b="1" i="0" u="none" strike="noStrike" dirty="0">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  </a:t>
            </a:r>
            <a:r>
              <a:rPr lang="en-US" sz="3000" b="1" i="0" u="none" strike="noStrike" dirty="0" err="1">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我们的愿景与使命：以AI</a:t>
            </a:r>
            <a:r>
              <a:rPr lang="zh-CN" altLang="en-US" sz="3000" b="1" i="0" u="none" strike="noStrike" dirty="0">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辅助</a:t>
            </a:r>
            <a:r>
              <a:rPr lang="en-US" sz="3000" b="1" i="0" u="none" strike="noStrike" dirty="0">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3000" b="1" i="0" u="none" strike="noStrike" dirty="0" err="1">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照亮健康之路</a:t>
            </a:r>
            <a:endParaRPr lang="en-US" sz="1100" dirty="0"/>
          </a:p>
        </p:txBody>
      </p:sp>
      <p:sp>
        <p:nvSpPr>
          <p:cNvPr id="4" name="AutoShape 4"/>
          <p:cNvSpPr/>
          <p:nvPr/>
        </p:nvSpPr>
        <p:spPr>
          <a:xfrm>
            <a:off x="508000" y="1397000"/>
            <a:ext cx="3556000" cy="4953000"/>
          </a:xfrm>
          <a:prstGeom prst="roundRect">
            <a:avLst>
              <a:gd name="adj" fmla="val 4285"/>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457200" cy="457200"/>
          </a:xfrm>
          <a:prstGeom prst="rect">
            <a:avLst/>
          </a:prstGeom>
        </p:spPr>
      </p:pic>
      <p:sp>
        <p:nvSpPr>
          <p:cNvPr id="6" name="AutoShape 6"/>
          <p:cNvSpPr/>
          <p:nvPr/>
        </p:nvSpPr>
        <p:spPr>
          <a:xfrm>
            <a:off x="1397000" y="1676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890D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我们的愿景</a:t>
            </a:r>
            <a:endParaRPr lang="en-US" sz="1100"/>
          </a:p>
        </p:txBody>
      </p:sp>
      <p:cxnSp>
        <p:nvCxnSpPr>
          <p:cNvPr id="7" name="Connector 7"/>
          <p:cNvCxnSpPr/>
          <p:nvPr/>
        </p:nvCxnSpPr>
        <p:spPr>
          <a:xfrm rot="-14323">
            <a:off x="762013" y="2279650"/>
            <a:ext cx="304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8" name="AutoShape 8"/>
          <p:cNvSpPr/>
          <p:nvPr/>
        </p:nvSpPr>
        <p:spPr>
          <a:xfrm>
            <a:off x="762000" y="2540000"/>
            <a:ext cx="3048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通过前沿的AI技术，打破地域限制，让优质的医疗服务触手可及</a:t>
            </a:r>
            <a:r>
              <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9" name="AutoShape 9"/>
          <p:cNvSpPr/>
          <p:nvPr/>
        </p:nvSpPr>
        <p:spPr>
          <a:xfrm>
            <a:off x="762000" y="4191000"/>
            <a:ext cx="3048000" cy="1016000"/>
          </a:xfrm>
          <a:prstGeom prst="roundRect">
            <a:avLst>
              <a:gd name="adj" fmla="val 10000"/>
            </a:avLst>
          </a:prstGeom>
          <a:solidFill>
            <a:srgbClr val="0890D0">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4381500"/>
            <a:ext cx="266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890D0"/>
                </a:solidFill>
                <a:latin typeface="Noto Sans SC" panose="020B0200000000000000" charset="-122"/>
                <a:ea typeface="Noto Sans SC" panose="020B0200000000000000" charset="-122"/>
                <a:cs typeface="Noto Sans SC" panose="020B0200000000000000" charset="-122"/>
                <a:sym typeface="Noto Sans SC" panose="020B0200000000000000" charset="-122"/>
              </a:rPr>
              <a:t>Vision for Future</a:t>
            </a:r>
            <a:endParaRPr lang="en-US" sz="1100"/>
          </a:p>
          <a:p>
            <a:pPr indent="0" algn="ctr">
              <a:lnSpc>
                <a:spcPct val="125000"/>
              </a:lnSpc>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 · 智能 · 共享</a:t>
            </a:r>
            <a:endPar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318000" y="1397000"/>
            <a:ext cx="3556000" cy="4953000"/>
          </a:xfrm>
          <a:prstGeom prst="roundRect">
            <a:avLst>
              <a:gd name="adj" fmla="val 4285"/>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651000"/>
            <a:ext cx="457200" cy="457200"/>
          </a:xfrm>
          <a:prstGeom prst="rect">
            <a:avLst/>
          </a:prstGeom>
        </p:spPr>
      </p:pic>
      <p:sp>
        <p:nvSpPr>
          <p:cNvPr id="13" name="AutoShape 13"/>
          <p:cNvSpPr/>
          <p:nvPr/>
        </p:nvSpPr>
        <p:spPr>
          <a:xfrm>
            <a:off x="5207000" y="1676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890D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我们的使命</a:t>
            </a:r>
            <a:endParaRPr lang="en-US" sz="1100"/>
          </a:p>
        </p:txBody>
      </p:sp>
      <p:cxnSp>
        <p:nvCxnSpPr>
          <p:cNvPr id="14" name="Connector 14"/>
          <p:cNvCxnSpPr/>
          <p:nvPr/>
        </p:nvCxnSpPr>
        <p:spPr>
          <a:xfrm rot="-14323">
            <a:off x="4572013" y="2279650"/>
            <a:ext cx="304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5" name="AutoShape 15"/>
          <p:cNvSpPr/>
          <p:nvPr/>
        </p:nvSpPr>
        <p:spPr>
          <a:xfrm>
            <a:off x="4572000" y="2476500"/>
            <a:ext cx="3048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辅助医疗行业实现高效、规范、可持续的健康发展闭环。</a:t>
            </a:r>
            <a:endParaRPr lang="en-US" sz="1100"/>
          </a:p>
        </p:txBody>
      </p:sp>
      <p:sp>
        <p:nvSpPr>
          <p:cNvPr id="16" name="AutoShape 16"/>
          <p:cNvSpPr/>
          <p:nvPr/>
        </p:nvSpPr>
        <p:spPr>
          <a:xfrm>
            <a:off x="4572000" y="3175000"/>
            <a:ext cx="3048000" cy="825500"/>
          </a:xfrm>
          <a:prstGeom prst="roundRect">
            <a:avLst>
              <a:gd name="adj" fmla="val 12307"/>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3340100"/>
            <a:ext cx="355600" cy="355600"/>
          </a:xfrm>
          <a:prstGeom prst="rect">
            <a:avLst/>
          </a:prstGeom>
        </p:spPr>
      </p:pic>
      <p:sp>
        <p:nvSpPr>
          <p:cNvPr id="18" name="AutoShape 18"/>
          <p:cNvSpPr/>
          <p:nvPr/>
        </p:nvSpPr>
        <p:spPr>
          <a:xfrm>
            <a:off x="5207000" y="3302000"/>
            <a:ext cx="2286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赋能医生</a:t>
            </a:r>
            <a:r>
              <a:rPr lang="zh-CN" alt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让医生回归诊疗核心，专注于患者服务</a:t>
            </a:r>
            <a:r>
              <a:rPr lang="zh-CN" altLang="en-US" sz="1100" b="0" i="0" u="none" strike="noStrike"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，提高医疗水平</a:t>
            </a:r>
            <a:r>
              <a:rPr lang="en-US" sz="1100" b="0" i="0" u="none" strike="noStrike"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9"/>
          <p:cNvSpPr/>
          <p:nvPr/>
        </p:nvSpPr>
        <p:spPr>
          <a:xfrm>
            <a:off x="4572000" y="4127500"/>
            <a:ext cx="3048000" cy="825500"/>
          </a:xfrm>
          <a:prstGeom prst="roundRect">
            <a:avLst>
              <a:gd name="adj" fmla="val 12307"/>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000" y="4292600"/>
            <a:ext cx="355600" cy="355600"/>
          </a:xfrm>
          <a:prstGeom prst="rect">
            <a:avLst/>
          </a:prstGeom>
        </p:spPr>
      </p:pic>
      <p:sp>
        <p:nvSpPr>
          <p:cNvPr id="21" name="AutoShape 21"/>
          <p:cNvSpPr/>
          <p:nvPr/>
        </p:nvSpPr>
        <p:spPr>
          <a:xfrm>
            <a:off x="5207000" y="4254500"/>
            <a:ext cx="2286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优化管理</a:t>
            </a:r>
            <a:r>
              <a:rPr lang="zh-CN" alt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提供精细化、智能化的运营工具，提升效率</a:t>
            </a:r>
            <a:r>
              <a:rPr lang="en-US" sz="1100" b="0" i="0" u="none" strike="noStrike"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2" name="AutoShape 22"/>
          <p:cNvSpPr/>
          <p:nvPr/>
        </p:nvSpPr>
        <p:spPr>
          <a:xfrm>
            <a:off x="4572000" y="5080000"/>
            <a:ext cx="3048000" cy="825500"/>
          </a:xfrm>
          <a:prstGeom prst="roundRect">
            <a:avLst>
              <a:gd name="adj" fmla="val 12307"/>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5245100"/>
            <a:ext cx="355600" cy="355600"/>
          </a:xfrm>
          <a:prstGeom prst="rect">
            <a:avLst/>
          </a:prstGeom>
        </p:spPr>
      </p:pic>
      <p:sp>
        <p:nvSpPr>
          <p:cNvPr id="24" name="AutoShape 24"/>
          <p:cNvSpPr/>
          <p:nvPr/>
        </p:nvSpPr>
        <p:spPr>
          <a:xfrm>
            <a:off x="5207000" y="5207000"/>
            <a:ext cx="2286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普惠健康</a:t>
            </a:r>
            <a:r>
              <a:rPr lang="zh-CN" alt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助力分级诊疗国策落地，服务更多基层患者</a:t>
            </a:r>
            <a:r>
              <a:rPr lang="en-US" sz="1100" b="0" i="0" u="none" strike="noStrike"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5" name="AutoShape 25"/>
          <p:cNvSpPr/>
          <p:nvPr/>
        </p:nvSpPr>
        <p:spPr>
          <a:xfrm>
            <a:off x="8128000" y="1397000"/>
            <a:ext cx="3556000" cy="4953000"/>
          </a:xfrm>
          <a:prstGeom prst="roundRect">
            <a:avLst>
              <a:gd name="adj" fmla="val 4285"/>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1651000"/>
            <a:ext cx="457200" cy="457200"/>
          </a:xfrm>
          <a:prstGeom prst="rect">
            <a:avLst/>
          </a:prstGeom>
        </p:spPr>
      </p:pic>
      <p:sp>
        <p:nvSpPr>
          <p:cNvPr id="27" name="AutoShape 27"/>
          <p:cNvSpPr/>
          <p:nvPr/>
        </p:nvSpPr>
        <p:spPr>
          <a:xfrm>
            <a:off x="9017000" y="1676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890D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我们的宗旨</a:t>
            </a:r>
            <a:endParaRPr lang="en-US" sz="1100"/>
          </a:p>
        </p:txBody>
      </p:sp>
      <p:cxnSp>
        <p:nvCxnSpPr>
          <p:cNvPr id="28" name="Connector 28"/>
          <p:cNvCxnSpPr/>
          <p:nvPr/>
        </p:nvCxnSpPr>
        <p:spPr>
          <a:xfrm rot="-14323">
            <a:off x="8382013" y="2279650"/>
            <a:ext cx="304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29" name="AutoShape 29"/>
          <p:cNvSpPr/>
          <p:nvPr/>
        </p:nvSpPr>
        <p:spPr>
          <a:xfrm>
            <a:off x="8382000" y="2540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sz="1200" b="0" i="0" u="none" strike="noStrike" dirty="0" err="1">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轻舟</a:t>
            </a:r>
            <a:r>
              <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”，象征着帮助医疗行业轻松跨越发展障碍。我们致力于成为行业发展的“</a:t>
            </a:r>
            <a:r>
              <a:rPr lang="en-US" sz="1200" b="0" i="0" u="none" strike="noStrike" dirty="0" err="1">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轻舟</a:t>
            </a:r>
            <a:r>
              <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sz="1200" b="0" i="0" u="none" strike="noStrike" dirty="0" err="1">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承载着技术与希望</a:t>
            </a:r>
            <a:r>
              <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zh-CN" alt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与医院共同建立</a:t>
            </a:r>
            <a:r>
              <a:rPr lang="en-US" sz="1200" b="0" i="0" u="none" strike="noStrike" dirty="0" err="1">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高效、规范、健康的智慧医疗未来</a:t>
            </a:r>
            <a:r>
              <a:rPr lang="zh-CN" alt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，与医院携手，共同为社会做出相应贡献</a:t>
            </a:r>
            <a:r>
              <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200" b="0" i="0" u="none" strike="noStrike" dirty="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30" name="AutoShape 30"/>
          <p:cNvSpPr/>
          <p:nvPr/>
        </p:nvSpPr>
        <p:spPr>
          <a:xfrm>
            <a:off x="8382000" y="4445000"/>
            <a:ext cx="3048000" cy="1016000"/>
          </a:xfrm>
          <a:prstGeom prst="roundRect">
            <a:avLst>
              <a:gd name="adj" fmla="val 1000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509000" y="4635500"/>
            <a:ext cx="279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 Boat · Future</a:t>
            </a:r>
            <a:endParaRPr lang="en-US" sz="1100"/>
          </a:p>
          <a:p>
            <a:pPr indent="0" algn="ctr">
              <a:lnSpc>
                <a:spcPct val="125000"/>
              </a:lnSpc>
            </a:pPr>
            <a:r>
              <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轻舟已过万重山</a:t>
            </a:r>
            <a:endParaRPr lang="en-US" sz="11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403" t="32533" r="5192" b="45066"/>
          <a:stretch>
            <a:fillRect/>
          </a:stretch>
        </p:blipFill>
        <p:spPr>
          <a:xfrm>
            <a:off x="-12700" y="-25400"/>
            <a:ext cx="12204700" cy="1066800"/>
          </a:xfrm>
          <a:prstGeom prst="rect">
            <a:avLst/>
          </a:prstGeom>
          <a:noFill/>
          <a:ln w="25400" cap="flat" cmpd="sng">
            <a:noFill/>
            <a:prstDash val="solid"/>
            <a:round/>
          </a:ln>
        </p:spPr>
      </p:pic>
      <p:sp>
        <p:nvSpPr>
          <p:cNvPr id="3" name="AutoShape 3"/>
          <p:cNvSpPr/>
          <p:nvPr/>
        </p:nvSpPr>
        <p:spPr>
          <a:xfrm>
            <a:off x="-12700" y="-25400"/>
            <a:ext cx="12204700" cy="1066800"/>
          </a:xfrm>
          <a:prstGeom prst="roundRect">
            <a:avLst>
              <a:gd name="adj" fmla="val 0"/>
            </a:avLst>
          </a:prstGeom>
          <a:solidFill>
            <a:srgbClr val="0080B2">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22300" y="177800"/>
            <a:ext cx="109601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3600" b="1" i="0" u="none" strike="noStrike" dirty="0" err="1">
                <a:solidFill>
                  <a:srgbClr val="FFFFFF"/>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轻舟智慧医疗平台：一体化解决方案</a:t>
            </a:r>
            <a:endParaRPr lang="en-US" sz="1100" dirty="0"/>
          </a:p>
        </p:txBody>
      </p:sp>
      <p:sp>
        <p:nvSpPr>
          <p:cNvPr id="5" name="AutoShape 5"/>
          <p:cNvSpPr/>
          <p:nvPr/>
        </p:nvSpPr>
        <p:spPr>
          <a:xfrm>
            <a:off x="508000" y="1397000"/>
            <a:ext cx="3556000" cy="4953000"/>
          </a:xfrm>
          <a:prstGeom prst="roundRect">
            <a:avLst>
              <a:gd name="adj" fmla="val 4285"/>
            </a:avLst>
          </a:prstGeom>
          <a:solidFill>
            <a:srgbClr val="F0F9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2000" y="1651000"/>
            <a:ext cx="508000" cy="508000"/>
          </a:xfrm>
          <a:prstGeom prst="rect">
            <a:avLst/>
          </a:prstGeom>
        </p:spPr>
      </p:pic>
      <p:sp>
        <p:nvSpPr>
          <p:cNvPr id="7" name="AutoShape 7"/>
          <p:cNvSpPr/>
          <p:nvPr/>
        </p:nvSpPr>
        <p:spPr>
          <a:xfrm>
            <a:off x="635000" y="2413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平台架构分层</a:t>
            </a:r>
            <a:endParaRPr lang="en-US" sz="1100"/>
          </a:p>
        </p:txBody>
      </p:sp>
      <p:cxnSp>
        <p:nvCxnSpPr>
          <p:cNvPr id="8" name="Connector 8"/>
          <p:cNvCxnSpPr/>
          <p:nvPr/>
        </p:nvCxnSpPr>
        <p:spPr>
          <a:xfrm rot="-14323">
            <a:off x="762013" y="3041650"/>
            <a:ext cx="3048000" cy="12700"/>
          </a:xfrm>
          <a:prstGeom prst="straightConnector1">
            <a:avLst/>
          </a:prstGeom>
          <a:solidFill>
            <a:srgbClr val="DEE0E3">
              <a:alpha val="100000"/>
            </a:srgbClr>
          </a:solidFill>
          <a:ln w="25400" cap="flat" cmpd="sng">
            <a:solidFill>
              <a:srgbClr val="0080B2">
                <a:alpha val="30000"/>
              </a:srgbClr>
            </a:solidFill>
            <a:prstDash val="solid"/>
            <a:round/>
            <a:headEnd type="none" w="lg" len="lg"/>
            <a:tailEnd type="none" w="lg" len="lg"/>
          </a:ln>
        </p:spPr>
      </p:cxnSp>
      <p:sp>
        <p:nvSpPr>
          <p:cNvPr id="9" name="AutoShape 9"/>
          <p:cNvSpPr/>
          <p:nvPr/>
        </p:nvSpPr>
        <p:spPr>
          <a:xfrm>
            <a:off x="762000" y="3302000"/>
            <a:ext cx="3048000" cy="1651000"/>
          </a:xfrm>
          <a:prstGeom prst="rect">
            <a:avLst/>
          </a:prstGeom>
          <a:noFill/>
          <a:ln w="12700" cap="flat" cmpd="sng">
            <a:noFill/>
            <a:prstDash val="solid"/>
            <a:round/>
          </a:ln>
        </p:spPr>
        <p:txBody>
          <a:bodyPr vert="horz" wrap="square" lIns="0" tIns="0" rIns="0" bIns="0" rtlCol="0" anchor="ctr" anchorCtr="0"/>
          <a:lstStyle/>
          <a:p>
            <a:pPr>
              <a:lnSpc>
                <a:spcPct val="117000"/>
              </a:lnSpc>
              <a:defRPr/>
            </a:pPr>
            <a:r>
              <a:rPr lang="en-US" sz="13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a:t>
            </a:r>
            <a:r>
              <a:rPr lang="en-US" sz="13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dirty="0">
                <a:solidFill>
                  <a:srgbClr val="555555"/>
                </a:solidFill>
                <a:latin typeface="Noto Sans SC" panose="020B0200000000000000" charset="-122"/>
                <a:ea typeface="Noto Sans SC" panose="020B0200000000000000" charset="-122"/>
                <a:sym typeface="Noto Sans SC" panose="020B0200000000000000" charset="-122"/>
              </a:rPr>
              <a:t>安全</a:t>
            </a:r>
            <a:r>
              <a:rPr lang="zh-CN" altLang="en-US"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合规接入多源异构数据，构建完整的医疗知识图谱底座</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indent="0" algn="l">
              <a:lnSpc>
                <a:spcPct val="117000"/>
              </a:lnSpc>
            </a:pPr>
            <a:r>
              <a:rPr lang="en-US" sz="13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算法层：</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搭载自主研发的“轻舟”医疗</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提供核心智能算力</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应用层：</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向下承接算力，向上赋能医生与管理者，实现业务闭环</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318000" y="1397000"/>
            <a:ext cx="3556000" cy="4953000"/>
          </a:xfrm>
          <a:prstGeom prst="roundRect">
            <a:avLst>
              <a:gd name="adj" fmla="val 4285"/>
            </a:avLst>
          </a:prstGeom>
          <a:solidFill>
            <a:srgbClr val="F0F9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42000" y="1651000"/>
            <a:ext cx="508000" cy="508000"/>
          </a:xfrm>
          <a:prstGeom prst="rect">
            <a:avLst/>
          </a:prstGeom>
        </p:spPr>
      </p:pic>
      <p:sp>
        <p:nvSpPr>
          <p:cNvPr id="12" name="AutoShape 12"/>
          <p:cNvSpPr/>
          <p:nvPr/>
        </p:nvSpPr>
        <p:spPr>
          <a:xfrm>
            <a:off x="4445000" y="2413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三大核心功能模块</a:t>
            </a:r>
            <a:endParaRPr lang="en-US" sz="1100"/>
          </a:p>
        </p:txBody>
      </p:sp>
      <p:cxnSp>
        <p:nvCxnSpPr>
          <p:cNvPr id="13" name="Connector 13"/>
          <p:cNvCxnSpPr/>
          <p:nvPr/>
        </p:nvCxnSpPr>
        <p:spPr>
          <a:xfrm rot="-14323">
            <a:off x="4572013" y="3041650"/>
            <a:ext cx="3048000" cy="12700"/>
          </a:xfrm>
          <a:prstGeom prst="straightConnector1">
            <a:avLst/>
          </a:prstGeom>
          <a:solidFill>
            <a:srgbClr val="DEE0E3">
              <a:alpha val="100000"/>
            </a:srgbClr>
          </a:solidFill>
          <a:ln w="25400" cap="flat" cmpd="sng">
            <a:solidFill>
              <a:srgbClr val="0080B2">
                <a:alpha val="30000"/>
              </a:srgbClr>
            </a:solidFill>
            <a:prstDash val="solid"/>
            <a:round/>
            <a:headEnd type="none" w="lg" len="lg"/>
            <a:tailEnd type="none" w="lg" len="lg"/>
          </a:ln>
        </p:spPr>
      </p:cxnSp>
      <p:sp>
        <p:nvSpPr>
          <p:cNvPr id="14" name="AutoShape 14"/>
          <p:cNvSpPr/>
          <p:nvPr/>
        </p:nvSpPr>
        <p:spPr>
          <a:xfrm>
            <a:off x="4572000" y="3302000"/>
            <a:ext cx="3048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AI-CDSS：</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临床决策支持系统，实时辅助诊断，降低误诊漏诊风险。</a:t>
            </a:r>
            <a:endParaRPr lang="en-US" sz="1100"/>
          </a:p>
          <a:p>
            <a:pPr indent="0" algn="l">
              <a:lnSpc>
                <a:spcPct val="117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AI-EMR：</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智能病历书写系统，语音/语义驱动，大幅减轻文书负担。</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AI-DRG：</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精细化运营分析系统，优化成本结构，提升医院运营效益。</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1397000"/>
            <a:ext cx="3556000" cy="4953000"/>
          </a:xfrm>
          <a:prstGeom prst="roundRect">
            <a:avLst>
              <a:gd name="adj" fmla="val 4285"/>
            </a:avLst>
          </a:prstGeom>
          <a:solidFill>
            <a:srgbClr val="F0F9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52000" y="1651000"/>
            <a:ext cx="508000" cy="508000"/>
          </a:xfrm>
          <a:prstGeom prst="rect">
            <a:avLst/>
          </a:prstGeom>
        </p:spPr>
      </p:pic>
      <p:sp>
        <p:nvSpPr>
          <p:cNvPr id="17" name="AutoShape 17"/>
          <p:cNvSpPr/>
          <p:nvPr/>
        </p:nvSpPr>
        <p:spPr>
          <a:xfrm>
            <a:off x="8255000" y="2413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全维价值主张</a:t>
            </a:r>
            <a:endParaRPr lang="en-US" sz="1100"/>
          </a:p>
        </p:txBody>
      </p:sp>
      <p:cxnSp>
        <p:nvCxnSpPr>
          <p:cNvPr id="18" name="Connector 18"/>
          <p:cNvCxnSpPr/>
          <p:nvPr/>
        </p:nvCxnSpPr>
        <p:spPr>
          <a:xfrm rot="-14323">
            <a:off x="8382013" y="3041650"/>
            <a:ext cx="3048000" cy="12700"/>
          </a:xfrm>
          <a:prstGeom prst="straightConnector1">
            <a:avLst/>
          </a:prstGeom>
          <a:solidFill>
            <a:srgbClr val="DEE0E3">
              <a:alpha val="100000"/>
            </a:srgbClr>
          </a:solidFill>
          <a:ln w="25400" cap="flat" cmpd="sng">
            <a:solidFill>
              <a:srgbClr val="0080B2">
                <a:alpha val="30000"/>
              </a:srgbClr>
            </a:solidFill>
            <a:prstDash val="solid"/>
            <a:round/>
            <a:headEnd type="none" w="lg" len="lg"/>
            <a:tailEnd type="none" w="lg" len="lg"/>
          </a:ln>
        </p:spPr>
      </p:cxnSp>
      <p:sp>
        <p:nvSpPr>
          <p:cNvPr id="19" name="AutoShape 19"/>
          <p:cNvSpPr/>
          <p:nvPr/>
        </p:nvSpPr>
        <p:spPr>
          <a:xfrm>
            <a:off x="8382000" y="3302000"/>
            <a:ext cx="3048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赋能医生：</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提升专业能力，减少重复劳动，显著降低医疗执业风险。</a:t>
            </a:r>
            <a:endParaRPr lang="en-US" sz="1100"/>
          </a:p>
          <a:p>
            <a:pPr indent="0" algn="l">
              <a:lnSpc>
                <a:spcPct val="117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赋能医院：</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规范诊疗行为，优化科室管理，实现医院高质量发展。</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服务患者：</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缩短就诊等待，享受更精准、安全、高效的医疗服务体验。</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66800"/>
          </a:xfrm>
          <a:prstGeom prst="roundRect">
            <a:avLst>
              <a:gd name="adj" fmla="val 0"/>
            </a:avLst>
          </a:prstGeom>
          <a:solidFill>
            <a:srgbClr val="0080B2">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2159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AI</a:t>
            </a:r>
            <a:r>
              <a:rPr lang="en-US" altLang="zh-CN" sz="3200" b="1" i="0" u="none" strike="noStrike" dirty="0" err="1">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-CDSS</a:t>
            </a:r>
            <a:r>
              <a:rPr lang="en-US" sz="3200" b="1" i="0" u="none" strike="noStrike" dirty="0" err="1">
                <a:solidFill>
                  <a:srgbClr val="FFFFFF"/>
                </a:solidFill>
                <a:latin typeface="华文中宋" panose="02010600040101010101" charset="-122"/>
                <a:ea typeface="华文中宋" panose="02010600040101010101" charset="-122"/>
                <a:cs typeface="华文中宋" panose="02010600040101010101" charset="-122"/>
                <a:sym typeface="华文中宋" panose="02010600040101010101" charset="-122"/>
              </a:rPr>
              <a:t>临床决策支持：从经验依赖到数据驱动</a:t>
            </a:r>
            <a:endParaRPr lang="en-US" sz="1100" dirty="0"/>
          </a:p>
        </p:txBody>
      </p:sp>
      <p:sp>
        <p:nvSpPr>
          <p:cNvPr id="5" name="AutoShape 5"/>
          <p:cNvSpPr/>
          <p:nvPr/>
        </p:nvSpPr>
        <p:spPr>
          <a:xfrm>
            <a:off x="5842000" y="1397000"/>
            <a:ext cx="5653314" cy="2286000"/>
          </a:xfrm>
          <a:prstGeom prst="roundRect">
            <a:avLst>
              <a:gd name="adj" fmla="val 6666"/>
            </a:avLst>
          </a:prstGeom>
          <a:solidFill>
            <a:srgbClr val="E6F5FF">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6032500" y="15240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648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核心功能：“超级大脑”式的辅助决策</a:t>
            </a:r>
            <a:endParaRPr lang="en-US" sz="1100"/>
          </a:p>
        </p:txBody>
      </p:sp>
      <p:sp>
        <p:nvSpPr>
          <p:cNvPr id="7" name="AutoShape 7"/>
          <p:cNvSpPr/>
          <p:nvPr/>
        </p:nvSpPr>
        <p:spPr>
          <a:xfrm>
            <a:off x="6032499" y="2032000"/>
            <a:ext cx="5556121"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深度分析：</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自动抓取并理解患者病史</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等多维度数据，构建完整病例画像</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sz="1100" dirty="0"/>
          </a:p>
          <a:p>
            <a:pPr indent="0" algn="l">
              <a:lnSpc>
                <a:spcPct val="125000"/>
              </a:lnSpc>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鉴别诊断：</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快速生成鉴别诊断列表，提供权威循证医学依据，降低漏诊误诊率</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方案推荐：</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基于数据推荐个性化治疗方案，并智能提示药物相互作用等潜在风险</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842000" y="3873500"/>
            <a:ext cx="5588000" cy="2413000"/>
          </a:xfrm>
          <a:prstGeom prst="roundRect">
            <a:avLst>
              <a:gd name="adj" fmla="val 6315"/>
            </a:avLst>
          </a:prstGeom>
          <a:solidFill>
            <a:srgbClr val="EBFAF5">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6032500" y="40005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786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核心价值：赋能全周期医生职业成长</a:t>
            </a:r>
            <a:endParaRPr lang="en-US" sz="1100"/>
          </a:p>
        </p:txBody>
      </p:sp>
      <p:sp>
        <p:nvSpPr>
          <p:cNvPr id="10" name="AutoShape 10"/>
          <p:cNvSpPr/>
          <p:nvPr/>
        </p:nvSpPr>
        <p:spPr>
          <a:xfrm>
            <a:off x="6032500" y="4508500"/>
            <a:ext cx="5207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助力青年医生：</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弥补临床经验不足，通过AI模拟实战场景，加速经验积累，快速提升独立诊断与处理复杂病情的能力。</a:t>
            </a:r>
            <a:endParaRPr lang="en-US" sz="1100"/>
          </a:p>
          <a:p>
            <a:pPr indent="0" algn="l">
              <a:lnSpc>
                <a:spcPct val="125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赋能资深医生：</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突破传统经验依赖的瓶颈，实时获取全球前沿医疗数据与研究进展，辅助开展科研与疑难病例攻关。</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5"/>
          <p:cNvPicPr>
            <a:picLocks noChangeAspect="1"/>
          </p:cNvPicPr>
          <p:nvPr/>
        </p:nvPicPr>
        <p:blipFill>
          <a:blip r:embed="rId1"/>
          <a:srcRect l="10294" r="10294"/>
          <a:stretch>
            <a:fillRect/>
          </a:stretch>
        </p:blipFill>
        <p:spPr>
          <a:xfrm>
            <a:off x="358588" y="1523999"/>
            <a:ext cx="5127812" cy="4842933"/>
          </a:xfrm>
          <a:prstGeom prst="roundRect">
            <a:avLst>
              <a:gd name="adj" fmla="val 4705"/>
            </a:avLst>
          </a:prstGeom>
          <a:noFill/>
          <a:ln w="25400" cap="flat" cmpd="sng">
            <a:noFill/>
            <a:prstDash val="solid"/>
            <a:round/>
          </a:ln>
          <a:effectLst>
            <a:outerShdw blurRad="203200" dist="76200" dir="5400000" algn="tl" rotWithShape="0">
              <a:srgbClr val="000000">
                <a:alpha val="18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0080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1905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200" b="1" i="0" u="none" strike="noStrike" dirty="0" err="1">
                <a:solidFill>
                  <a:srgbClr val="FFFFFF"/>
                </a:solidFill>
                <a:effectLst>
                  <a:outerShdw blurRad="50800" dist="25400" dir="5400000" algn="tl" rotWithShape="0">
                    <a:srgbClr val="000000">
                      <a:alpha val="3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AI-EMR</a:t>
            </a:r>
            <a:r>
              <a:rPr lang="en-US" sz="3200" b="1" i="0" u="none" strike="noStrike" dirty="0" err="1">
                <a:solidFill>
                  <a:srgbClr val="FFFFFF"/>
                </a:solidFill>
                <a:effectLst>
                  <a:outerShdw blurRad="50800" dist="25400" dir="5400000" algn="tl" rotWithShape="0">
                    <a:srgbClr val="000000">
                      <a:alpha val="3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智能病历书写：告别繁琐，回归仁心</a:t>
            </a:r>
            <a:endParaRPr lang="en-US" sz="1100" dirty="0"/>
          </a:p>
        </p:txBody>
      </p:sp>
      <p:sp>
        <p:nvSpPr>
          <p:cNvPr id="4" name="AutoShape 4"/>
          <p:cNvSpPr/>
          <p:nvPr/>
        </p:nvSpPr>
        <p:spPr>
          <a:xfrm>
            <a:off x="508000" y="1397000"/>
            <a:ext cx="5207000" cy="2286000"/>
          </a:xfrm>
          <a:prstGeom prst="roundRect">
            <a:avLst>
              <a:gd name="adj" fmla="val 5555"/>
            </a:avLst>
          </a:prstGeom>
          <a:solidFill>
            <a:srgbClr val="EBF5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698500" y="1587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699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核心功能：AI 驱动的自动化书写</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159000"/>
            <a:ext cx="254000" cy="254000"/>
          </a:xfrm>
          <a:prstGeom prst="rect">
            <a:avLst/>
          </a:prstGeom>
        </p:spPr>
      </p:pic>
      <p:sp>
        <p:nvSpPr>
          <p:cNvPr id="7" name="AutoShape 7"/>
          <p:cNvSpPr/>
          <p:nvPr/>
        </p:nvSpPr>
        <p:spPr>
          <a:xfrm>
            <a:off x="1079500" y="20955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自动生成合规文书：</a:t>
            </a: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自动填充结构化数据，利用 NLG 技术快速撰写高质量、标准化的病历文本。</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921000"/>
            <a:ext cx="254000" cy="254000"/>
          </a:xfrm>
          <a:prstGeom prst="rect">
            <a:avLst/>
          </a:prstGeom>
        </p:spPr>
      </p:pic>
      <p:sp>
        <p:nvSpPr>
          <p:cNvPr id="9" name="AutoShape 9"/>
          <p:cNvSpPr/>
          <p:nvPr/>
        </p:nvSpPr>
        <p:spPr>
          <a:xfrm>
            <a:off x="1079500" y="28575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智能合规校验：</a:t>
            </a: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实时进行医学术语与格式合规性检查，确保病历符合质控标准。</a:t>
            </a:r>
            <a:endParaRPr lang="en-US" sz="1100"/>
          </a:p>
        </p:txBody>
      </p:sp>
      <p:sp>
        <p:nvSpPr>
          <p:cNvPr id="10" name="AutoShape 10"/>
          <p:cNvSpPr/>
          <p:nvPr/>
        </p:nvSpPr>
        <p:spPr>
          <a:xfrm>
            <a:off x="508000" y="3937000"/>
            <a:ext cx="5207000" cy="2286000"/>
          </a:xfrm>
          <a:prstGeom prst="roundRect">
            <a:avLst>
              <a:gd name="adj" fmla="val 5555"/>
            </a:avLst>
          </a:prstGeom>
          <a:solidFill>
            <a:srgbClr val="F0FDFA">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698500" y="4127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 应用价值：释放生产力，回归诊疗</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699000"/>
            <a:ext cx="254000" cy="254000"/>
          </a:xfrm>
          <a:prstGeom prst="rect">
            <a:avLst/>
          </a:prstGeom>
        </p:spPr>
      </p:pic>
      <p:sp>
        <p:nvSpPr>
          <p:cNvPr id="13" name="AutoShape 13"/>
          <p:cNvSpPr/>
          <p:nvPr/>
        </p:nvSpPr>
        <p:spPr>
          <a:xfrm>
            <a:off x="1079500" y="46355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减负增效：</a:t>
            </a: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病历书写耗时缩短</a:t>
            </a:r>
            <a:r>
              <a:rPr lang="en-US" sz="1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70%+</a:t>
            </a: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，大幅降低人工录入差错，显著提升医生工作效率。</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5461000"/>
            <a:ext cx="254000" cy="254000"/>
          </a:xfrm>
          <a:prstGeom prst="rect">
            <a:avLst/>
          </a:prstGeom>
        </p:spPr>
      </p:pic>
      <p:sp>
        <p:nvSpPr>
          <p:cNvPr id="15" name="AutoShape 15"/>
          <p:cNvSpPr/>
          <p:nvPr/>
        </p:nvSpPr>
        <p:spPr>
          <a:xfrm>
            <a:off x="1079500" y="53975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回归仁心：</a:t>
            </a: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将医生从繁重的“键盘录入”中解放，专注于问诊与治疗，回归医疗本质。</a:t>
            </a:r>
            <a:endParaRPr lang="en-US" sz="1100"/>
          </a:p>
        </p:txBody>
      </p:sp>
      <p:sp>
        <p:nvSpPr>
          <p:cNvPr id="16" name="AutoShape 16"/>
          <p:cNvSpPr/>
          <p:nvPr/>
        </p:nvSpPr>
        <p:spPr>
          <a:xfrm>
            <a:off x="5969000" y="1397000"/>
            <a:ext cx="5588000" cy="4826000"/>
          </a:xfrm>
          <a:prstGeom prst="roundRect">
            <a:avLst>
              <a:gd name="adj" fmla="val 3947"/>
            </a:avLst>
          </a:prstGeom>
          <a:solidFill>
            <a:srgbClr val="F1F5F9">
              <a:alpha val="100000"/>
            </a:srgbClr>
          </a:solidFill>
          <a:ln w="25400" cap="flat" cmpd="sng">
            <a:noFill/>
            <a:prstDash val="solid"/>
            <a:round/>
          </a:ln>
          <a:effectLst>
            <a:outerShdw blurRad="190500" dist="76200" dir="2700000" algn="tl" rotWithShape="0">
              <a:srgbClr val="000000">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srcRect l="11111" r="11111"/>
          <a:stretch>
            <a:fillRect/>
          </a:stretch>
        </p:blipFill>
        <p:spPr>
          <a:xfrm>
            <a:off x="6096000" y="1524000"/>
            <a:ext cx="5334000" cy="4572000"/>
          </a:xfrm>
          <a:prstGeom prst="roundRect">
            <a:avLst>
              <a:gd name="adj" fmla="val 2777"/>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403" t="32533" r="5192" b="45066"/>
          <a:stretch>
            <a:fillRect/>
          </a:stretch>
        </p:blipFill>
        <p:spPr>
          <a:xfrm>
            <a:off x="-12700" y="-25400"/>
            <a:ext cx="12204700" cy="1066800"/>
          </a:xfrm>
          <a:prstGeom prst="rect">
            <a:avLst/>
          </a:prstGeom>
          <a:noFill/>
          <a:ln w="25400" cap="flat" cmpd="sng">
            <a:noFill/>
            <a:prstDash val="solid"/>
            <a:round/>
          </a:ln>
        </p:spPr>
      </p:pic>
      <p:sp>
        <p:nvSpPr>
          <p:cNvPr id="3" name="AutoShape 3"/>
          <p:cNvSpPr/>
          <p:nvPr/>
        </p:nvSpPr>
        <p:spPr>
          <a:xfrm>
            <a:off x="-12700" y="-25400"/>
            <a:ext cx="12204700" cy="1066800"/>
          </a:xfrm>
          <a:prstGeom prst="roundRect">
            <a:avLst>
              <a:gd name="adj" fmla="val 0"/>
            </a:avLst>
          </a:prstGeom>
          <a:solidFill>
            <a:srgbClr val="0080B2">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22300" y="203200"/>
            <a:ext cx="109601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altLang="zh-CN" sz="2800" b="1" i="0" u="none" strike="noStrike" dirty="0" err="1">
                <a:solidFill>
                  <a:srgbClr val="FFFFFF"/>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AI-</a:t>
            </a:r>
            <a:r>
              <a:rPr lang="en-US" sz="2800" b="1" i="0" u="none" strike="noStrike" dirty="0" err="1">
                <a:solidFill>
                  <a:srgbClr val="FFFFFF"/>
                </a:solidFill>
                <a:effectLst>
                  <a:outerShdw blurRad="50800" dist="38100" algn="tl" rotWithShape="0">
                    <a:srgbClr val="000000">
                      <a:alpha val="40000"/>
                    </a:srgbClr>
                  </a:outerShdw>
                </a:effectLst>
                <a:latin typeface="华文中宋" panose="02010600040101010101" charset="-122"/>
                <a:ea typeface="华文中宋" panose="02010600040101010101" charset="-122"/>
                <a:cs typeface="华文中宋" panose="02010600040101010101" charset="-122"/>
                <a:sym typeface="华文中宋" panose="02010600040101010101" charset="-122"/>
              </a:rPr>
              <a:t>DRG精细化运营：从“开源”到“节流”的智慧转型</a:t>
            </a:r>
            <a:endParaRPr lang="en-US" sz="1100" dirty="0"/>
          </a:p>
        </p:txBody>
      </p:sp>
      <p:sp>
        <p:nvSpPr>
          <p:cNvPr id="5" name="AutoShape 5"/>
          <p:cNvSpPr/>
          <p:nvPr/>
        </p:nvSpPr>
        <p:spPr>
          <a:xfrm>
            <a:off x="622300" y="1397000"/>
            <a:ext cx="5207000" cy="4826000"/>
          </a:xfrm>
          <a:prstGeom prst="roundRect">
            <a:avLst>
              <a:gd name="adj" fmla="val 2631"/>
            </a:avLst>
          </a:prstGeom>
          <a:solidFill>
            <a:srgbClr val="F0F9FF">
              <a:alpha val="100000"/>
            </a:srgbClr>
          </a:solidFill>
          <a:ln w="12700" cap="flat" cmpd="sng">
            <a:solidFill>
              <a:srgbClr val="BAE7FF">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876300" y="1651000"/>
            <a:ext cx="469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80B2"/>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核心功能详述</a:t>
            </a:r>
            <a:endParaRPr lang="en-US" sz="1100"/>
          </a:p>
        </p:txBody>
      </p:sp>
      <p:sp>
        <p:nvSpPr>
          <p:cNvPr id="7" name="AutoShape 7"/>
          <p:cNvSpPr/>
          <p:nvPr/>
        </p:nvSpPr>
        <p:spPr>
          <a:xfrm>
            <a:off x="876300" y="22860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8" name="AutoShape 8"/>
          <p:cNvSpPr/>
          <p:nvPr/>
        </p:nvSpPr>
        <p:spPr>
          <a:xfrm>
            <a:off x="1066800" y="2413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预测与风险预警</a:t>
            </a:r>
            <a:endParaRPr lang="en-US" sz="1100" dirty="0"/>
          </a:p>
        </p:txBody>
      </p:sp>
      <p:sp>
        <p:nvSpPr>
          <p:cNvPr id="9" name="AutoShape 9"/>
          <p:cNvSpPr/>
          <p:nvPr/>
        </p:nvSpPr>
        <p:spPr>
          <a:xfrm>
            <a:off x="1066800" y="2794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前瞻性指导临床路径管理，提前识别潜在风险，辅助制定最优诊疗方案。</a:t>
            </a:r>
            <a:endParaRPr lang="en-US" sz="1100"/>
          </a:p>
        </p:txBody>
      </p:sp>
      <p:sp>
        <p:nvSpPr>
          <p:cNvPr id="10" name="AutoShape 10"/>
          <p:cNvSpPr/>
          <p:nvPr/>
        </p:nvSpPr>
        <p:spPr>
          <a:xfrm>
            <a:off x="876300" y="34925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1" name="AutoShape 11"/>
          <p:cNvSpPr/>
          <p:nvPr/>
        </p:nvSpPr>
        <p:spPr>
          <a:xfrm>
            <a:off x="1066800" y="36195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过程监控与成本分析</a:t>
            </a:r>
            <a:endParaRPr lang="en-US" sz="1100"/>
          </a:p>
        </p:txBody>
      </p:sp>
      <p:sp>
        <p:nvSpPr>
          <p:cNvPr id="12" name="AutoShape 12"/>
          <p:cNvSpPr/>
          <p:nvPr/>
        </p:nvSpPr>
        <p:spPr>
          <a:xfrm>
            <a:off x="1066800" y="400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实时追踪诊疗费用数据，及时发现异常支出与不合理诊疗，实现精细化成本管控。</a:t>
            </a:r>
            <a:endParaRPr lang="en-US" sz="1100"/>
          </a:p>
        </p:txBody>
      </p:sp>
      <p:sp>
        <p:nvSpPr>
          <p:cNvPr id="13" name="AutoShape 13"/>
          <p:cNvSpPr/>
          <p:nvPr/>
        </p:nvSpPr>
        <p:spPr>
          <a:xfrm>
            <a:off x="876300" y="46990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4" name="AutoShape 14"/>
          <p:cNvSpPr/>
          <p:nvPr/>
        </p:nvSpPr>
        <p:spPr>
          <a:xfrm>
            <a:off x="1066800" y="4826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5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DRG</a:t>
            </a:r>
            <a:r>
              <a:rPr lang="en-US" sz="15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a:t>
            </a:r>
            <a:r>
              <a:rPr lang="zh-CN" altLang="en-US" sz="15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分组</a:t>
            </a:r>
            <a:endParaRPr lang="en-US" sz="1100" dirty="0"/>
          </a:p>
        </p:txBody>
      </p:sp>
      <p:sp>
        <p:nvSpPr>
          <p:cNvPr id="15" name="AutoShape 15"/>
          <p:cNvSpPr/>
          <p:nvPr/>
        </p:nvSpPr>
        <p:spPr>
          <a:xfrm>
            <a:off x="1066800" y="5207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200" b="0" i="0" u="none" strike="noStrike" dirty="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a:t>
            </a:r>
            <a:r>
              <a:rPr lang="en-US" sz="1200" b="0" i="0" u="none" strike="noStrike" dirty="0" err="1">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校验数据，确保DRG分组精准，规避因数据缺陷导致的收益损失</a:t>
            </a:r>
            <a:r>
              <a:rPr lang="en-US" sz="1200" b="0" i="0" u="none" strike="noStrike" dirty="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16"/>
          <p:cNvSpPr/>
          <p:nvPr/>
        </p:nvSpPr>
        <p:spPr>
          <a:xfrm>
            <a:off x="6159500" y="1397000"/>
            <a:ext cx="5207000" cy="4826000"/>
          </a:xfrm>
          <a:prstGeom prst="roundRect">
            <a:avLst>
              <a:gd name="adj" fmla="val 2631"/>
            </a:avLst>
          </a:prstGeom>
          <a:solidFill>
            <a:srgbClr val="FFFBEB">
              <a:alpha val="100000"/>
            </a:srgbClr>
          </a:solidFill>
          <a:ln w="12700" cap="flat" cmpd="sng">
            <a:solidFill>
              <a:srgbClr val="FEF3C7">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13500" y="1651000"/>
            <a:ext cx="469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 医院核心价值赋能</a:t>
            </a:r>
            <a:endParaRPr lang="en-US" sz="1100"/>
          </a:p>
        </p:txBody>
      </p:sp>
      <p:sp>
        <p:nvSpPr>
          <p:cNvPr id="18" name="AutoShape 18"/>
          <p:cNvSpPr/>
          <p:nvPr/>
        </p:nvSpPr>
        <p:spPr>
          <a:xfrm>
            <a:off x="6413500" y="22860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9" name="AutoShape 19"/>
          <p:cNvSpPr/>
          <p:nvPr/>
        </p:nvSpPr>
        <p:spPr>
          <a:xfrm>
            <a:off x="6604000" y="2413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规范诊疗流程</a:t>
            </a:r>
            <a:endParaRPr lang="en-US" sz="1100"/>
          </a:p>
        </p:txBody>
      </p:sp>
      <p:sp>
        <p:nvSpPr>
          <p:cNvPr id="20" name="AutoShape 20"/>
          <p:cNvSpPr/>
          <p:nvPr/>
        </p:nvSpPr>
        <p:spPr>
          <a:xfrm>
            <a:off x="6604000" y="2794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建立标准化临床路径，减少诊疗偏差，显著提升全院诊疗行为的规范性与科学性。</a:t>
            </a:r>
            <a:endParaRPr lang="en-US" sz="1100"/>
          </a:p>
        </p:txBody>
      </p:sp>
      <p:sp>
        <p:nvSpPr>
          <p:cNvPr id="21" name="AutoShape 21"/>
          <p:cNvSpPr/>
          <p:nvPr/>
        </p:nvSpPr>
        <p:spPr>
          <a:xfrm>
            <a:off x="6413500" y="34925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2" name="AutoShape 22"/>
          <p:cNvSpPr/>
          <p:nvPr/>
        </p:nvSpPr>
        <p:spPr>
          <a:xfrm>
            <a:off x="6604000" y="36195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优化运营效益</a:t>
            </a:r>
            <a:endParaRPr lang="en-US" sz="1100"/>
          </a:p>
        </p:txBody>
      </p:sp>
      <p:sp>
        <p:nvSpPr>
          <p:cNvPr id="23" name="AutoShape 23"/>
          <p:cNvSpPr/>
          <p:nvPr/>
        </p:nvSpPr>
        <p:spPr>
          <a:xfrm>
            <a:off x="6604000" y="400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优化资源配置与成本结构，有效提升CMI值，在控费的同时实现运营效益最大化。</a:t>
            </a:r>
            <a:endParaRPr lang="en-US" sz="1100"/>
          </a:p>
        </p:txBody>
      </p:sp>
      <p:sp>
        <p:nvSpPr>
          <p:cNvPr id="24" name="AutoShape 24"/>
          <p:cNvSpPr/>
          <p:nvPr/>
        </p:nvSpPr>
        <p:spPr>
          <a:xfrm>
            <a:off x="6413500" y="46990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5" name="AutoShape 25"/>
          <p:cNvSpPr/>
          <p:nvPr/>
        </p:nvSpPr>
        <p:spPr>
          <a:xfrm>
            <a:off x="6604000" y="4826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拓展收益空间</a:t>
            </a:r>
            <a:endParaRPr lang="en-US" sz="1100"/>
          </a:p>
        </p:txBody>
      </p:sp>
      <p:sp>
        <p:nvSpPr>
          <p:cNvPr id="26" name="AutoShape 26"/>
          <p:cNvSpPr/>
          <p:nvPr/>
        </p:nvSpPr>
        <p:spPr>
          <a:xfrm>
            <a:off x="6604000" y="5207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推动医院从“规模扩张”向“质量效益”转型，适应DRG付费体系，保障收益可持续增长。</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7972" y="1414235"/>
            <a:ext cx="12192000" cy="171268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携手</a:t>
            </a:r>
            <a:r>
              <a:rPr lang="zh-CN" altLang="en-US" sz="66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轻舟</a:t>
            </a:r>
            <a:r>
              <a:rPr lang="ja-JP" altLang="en-US" sz="66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・智启医疗新未来</a:t>
            </a:r>
            <a:endParaRPr lang="en-US" sz="6600" dirty="0"/>
          </a:p>
        </p:txBody>
      </p:sp>
      <p:sp>
        <p:nvSpPr>
          <p:cNvPr id="4" name="AutoShape 4"/>
          <p:cNvSpPr/>
          <p:nvPr/>
        </p:nvSpPr>
        <p:spPr>
          <a:xfrm>
            <a:off x="0" y="1333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17" name="AutoShape 17"/>
          <p:cNvSpPr/>
          <p:nvPr/>
        </p:nvSpPr>
        <p:spPr>
          <a:xfrm>
            <a:off x="0" y="410346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r>
              <a:rPr lang="en-US" sz="5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8"/>
          <p:cNvSpPr/>
          <p:nvPr/>
        </p:nvSpPr>
        <p:spPr>
          <a:xfrm>
            <a:off x="0" y="6096000"/>
            <a:ext cx="12192000" cy="50800"/>
          </a:xfrm>
          <a:prstGeom prst="roundRect">
            <a:avLst>
              <a:gd name="adj" fmla="val 0"/>
            </a:avLst>
          </a:prstGeom>
          <a:solidFill>
            <a:srgbClr val="0890D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1930</Words>
  <Application>WPS 演示</Application>
  <PresentationFormat>宽屏</PresentationFormat>
  <Paragraphs>145</Paragraphs>
  <Slides>9</Slides>
  <Notes>9</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9</vt:i4>
      </vt:variant>
    </vt:vector>
  </HeadingPairs>
  <TitlesOfParts>
    <vt:vector size="21" baseType="lpstr">
      <vt:lpstr>Arial</vt:lpstr>
      <vt:lpstr>宋体</vt:lpstr>
      <vt:lpstr>Wingdings</vt:lpstr>
      <vt:lpstr>Arial</vt:lpstr>
      <vt:lpstr>华文中宋</vt:lpstr>
      <vt:lpstr>幼圆</vt:lpstr>
      <vt:lpstr>Noto Sans SC</vt:lpstr>
      <vt:lpstr>Noto Serif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WN</dc:creator>
  <cp:lastModifiedBy>1</cp:lastModifiedBy>
  <cp:revision>35</cp:revision>
  <dcterms:created xsi:type="dcterms:W3CDTF">2026-04-20T03:08:05Z</dcterms:created>
  <dcterms:modified xsi:type="dcterms:W3CDTF">2026-04-20T03:09:02Z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CC00B38AF46443B995EDE017BEA1C964_13</vt:lpwstr>
  </property>
  <property fmtid="{D5CDD505-2E9C-101B-9397-08002B2CF9AE}" pid="3" name="KSOProductBuildVer">
    <vt:lpwstr>2052-12.1.0.25225</vt:lpwstr>
  </property>
</Properties>
</file>