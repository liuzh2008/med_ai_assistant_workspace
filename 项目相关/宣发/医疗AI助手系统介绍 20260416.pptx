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26.png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4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37.png"/><Relationship Id="rId13" Type="http://schemas.openxmlformats.org/officeDocument/2006/relationships/image" Target="../media/image36.png"/><Relationship Id="rId12" Type="http://schemas.openxmlformats.org/officeDocument/2006/relationships/image" Target="../media/image35.png"/><Relationship Id="rId11" Type="http://schemas.openxmlformats.org/officeDocument/2006/relationships/image" Target="../media/image34.png"/><Relationship Id="rId10" Type="http://schemas.openxmlformats.org/officeDocument/2006/relationships/image" Target="../media/image33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.xml"/><Relationship Id="rId8" Type="http://schemas.openxmlformats.org/officeDocument/2006/relationships/image" Target="../media/image41.png"/><Relationship Id="rId7" Type="http://schemas.openxmlformats.org/officeDocument/2006/relationships/tags" Target="../tags/tag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7" Type="http://schemas.openxmlformats.org/officeDocument/2006/relationships/notesSlide" Target="../notesSlides/notesSlide5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7.png"/><Relationship Id="rId34" Type="http://schemas.openxmlformats.org/officeDocument/2006/relationships/tags" Target="../tags/tag21.xml"/><Relationship Id="rId33" Type="http://schemas.openxmlformats.org/officeDocument/2006/relationships/image" Target="../media/image37.png"/><Relationship Id="rId32" Type="http://schemas.openxmlformats.org/officeDocument/2006/relationships/image" Target="../media/image36.png"/><Relationship Id="rId31" Type="http://schemas.openxmlformats.org/officeDocument/2006/relationships/tags" Target="../tags/tag20.xml"/><Relationship Id="rId30" Type="http://schemas.openxmlformats.org/officeDocument/2006/relationships/tags" Target="../tags/tag19.xml"/><Relationship Id="rId3" Type="http://schemas.openxmlformats.org/officeDocument/2006/relationships/image" Target="../media/image12.png"/><Relationship Id="rId29" Type="http://schemas.openxmlformats.org/officeDocument/2006/relationships/image" Target="../media/image44.png"/><Relationship Id="rId28" Type="http://schemas.openxmlformats.org/officeDocument/2006/relationships/tags" Target="../tags/tag18.xml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tags" Target="../tags/tag10.xml"/><Relationship Id="rId2" Type="http://schemas.openxmlformats.org/officeDocument/2006/relationships/image" Target="../media/image11.png"/><Relationship Id="rId19" Type="http://schemas.openxmlformats.org/officeDocument/2006/relationships/tags" Target="../tags/tag9.xml"/><Relationship Id="rId18" Type="http://schemas.openxmlformats.org/officeDocument/2006/relationships/image" Target="../media/image43.png"/><Relationship Id="rId17" Type="http://schemas.openxmlformats.org/officeDocument/2006/relationships/tags" Target="../tags/tag8.xml"/><Relationship Id="rId16" Type="http://schemas.openxmlformats.org/officeDocument/2006/relationships/tags" Target="../tags/tag7.xml"/><Relationship Id="rId15" Type="http://schemas.openxmlformats.org/officeDocument/2006/relationships/tags" Target="../tags/tag6.xml"/><Relationship Id="rId14" Type="http://schemas.openxmlformats.org/officeDocument/2006/relationships/tags" Target="../tags/tag5.xml"/><Relationship Id="rId13" Type="http://schemas.openxmlformats.org/officeDocument/2006/relationships/tags" Target="../tags/tag4.xml"/><Relationship Id="rId12" Type="http://schemas.openxmlformats.org/officeDocument/2006/relationships/image" Target="../media/image42.png"/><Relationship Id="rId11" Type="http://schemas.openxmlformats.org/officeDocument/2006/relationships/tags" Target="../tags/tag3.xml"/><Relationship Id="rId10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9.png"/><Relationship Id="rId8" Type="http://schemas.openxmlformats.org/officeDocument/2006/relationships/image" Target="../media/image48.png"/><Relationship Id="rId7" Type="http://schemas.openxmlformats.org/officeDocument/2006/relationships/image" Target="../media/image47.png"/><Relationship Id="rId6" Type="http://schemas.openxmlformats.org/officeDocument/2006/relationships/image" Target="../media/image46.png"/><Relationship Id="rId5" Type="http://schemas.openxmlformats.org/officeDocument/2006/relationships/image" Target="../media/image19.png"/><Relationship Id="rId4" Type="http://schemas.openxmlformats.org/officeDocument/2006/relationships/image" Target="../media/image4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54.png"/><Relationship Id="rId13" Type="http://schemas.openxmlformats.org/officeDocument/2006/relationships/image" Target="../media/image53.png"/><Relationship Id="rId12" Type="http://schemas.openxmlformats.org/officeDocument/2006/relationships/image" Target="../media/image52.png"/><Relationship Id="rId11" Type="http://schemas.openxmlformats.org/officeDocument/2006/relationships/image" Target="../media/image51.png"/><Relationship Id="rId10" Type="http://schemas.openxmlformats.org/officeDocument/2006/relationships/image" Target="../media/image50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8.png"/><Relationship Id="rId8" Type="http://schemas.openxmlformats.org/officeDocument/2006/relationships/image" Target="../media/image57.png"/><Relationship Id="rId7" Type="http://schemas.openxmlformats.org/officeDocument/2006/relationships/image" Target="../media/image47.png"/><Relationship Id="rId6" Type="http://schemas.openxmlformats.org/officeDocument/2006/relationships/image" Target="../media/image56.png"/><Relationship Id="rId5" Type="http://schemas.openxmlformats.org/officeDocument/2006/relationships/image" Target="../media/image39.png"/><Relationship Id="rId4" Type="http://schemas.openxmlformats.org/officeDocument/2006/relationships/image" Target="../media/image5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7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7.png"/><Relationship Id="rId12" Type="http://schemas.openxmlformats.org/officeDocument/2006/relationships/image" Target="../media/image37.png"/><Relationship Id="rId11" Type="http://schemas.openxmlformats.org/officeDocument/2006/relationships/image" Target="../media/image36.png"/><Relationship Id="rId10" Type="http://schemas.openxmlformats.org/officeDocument/2006/relationships/image" Target="../media/image59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.png"/><Relationship Id="rId8" Type="http://schemas.openxmlformats.org/officeDocument/2006/relationships/image" Target="../media/image62.png"/><Relationship Id="rId7" Type="http://schemas.openxmlformats.org/officeDocument/2006/relationships/image" Target="../media/image61.png"/><Relationship Id="rId6" Type="http://schemas.openxmlformats.org/officeDocument/2006/relationships/image" Target="../media/image19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37.png"/><Relationship Id="rId15" Type="http://schemas.openxmlformats.org/officeDocument/2006/relationships/image" Target="../media/image36.png"/><Relationship Id="rId14" Type="http://schemas.openxmlformats.org/officeDocument/2006/relationships/image" Target="../media/image68.png"/><Relationship Id="rId13" Type="http://schemas.openxmlformats.org/officeDocument/2006/relationships/image" Target="../media/image67.png"/><Relationship Id="rId12" Type="http://schemas.openxmlformats.org/officeDocument/2006/relationships/image" Target="../media/image66.png"/><Relationship Id="rId11" Type="http://schemas.openxmlformats.org/officeDocument/2006/relationships/image" Target="../media/image65.png"/><Relationship Id="rId10" Type="http://schemas.openxmlformats.org/officeDocument/2006/relationships/image" Target="../media/image64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3.png"/><Relationship Id="rId8" Type="http://schemas.openxmlformats.org/officeDocument/2006/relationships/image" Target="../media/image72.png"/><Relationship Id="rId7" Type="http://schemas.openxmlformats.org/officeDocument/2006/relationships/image" Target="../media/image71.png"/><Relationship Id="rId6" Type="http://schemas.openxmlformats.org/officeDocument/2006/relationships/image" Target="../media/image70.png"/><Relationship Id="rId5" Type="http://schemas.openxmlformats.org/officeDocument/2006/relationships/image" Target="../media/image50.png"/><Relationship Id="rId4" Type="http://schemas.openxmlformats.org/officeDocument/2006/relationships/image" Target="../media/image69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9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85.png"/><Relationship Id="rId21" Type="http://schemas.openxmlformats.org/officeDocument/2006/relationships/image" Target="../media/image17.png"/><Relationship Id="rId20" Type="http://schemas.openxmlformats.org/officeDocument/2006/relationships/image" Target="../media/image84.png"/><Relationship Id="rId2" Type="http://schemas.openxmlformats.org/officeDocument/2006/relationships/image" Target="../media/image11.png"/><Relationship Id="rId19" Type="http://schemas.openxmlformats.org/officeDocument/2006/relationships/image" Target="../media/image83.png"/><Relationship Id="rId18" Type="http://schemas.openxmlformats.org/officeDocument/2006/relationships/image" Target="../media/image82.png"/><Relationship Id="rId17" Type="http://schemas.openxmlformats.org/officeDocument/2006/relationships/image" Target="../media/image81.png"/><Relationship Id="rId16" Type="http://schemas.openxmlformats.org/officeDocument/2006/relationships/image" Target="../media/image80.png"/><Relationship Id="rId15" Type="http://schemas.openxmlformats.org/officeDocument/2006/relationships/image" Target="../media/image79.png"/><Relationship Id="rId14" Type="http://schemas.openxmlformats.org/officeDocument/2006/relationships/image" Target="../media/image78.png"/><Relationship Id="rId13" Type="http://schemas.openxmlformats.org/officeDocument/2006/relationships/image" Target="../media/image77.png"/><Relationship Id="rId12" Type="http://schemas.openxmlformats.org/officeDocument/2006/relationships/image" Target="../media/image76.png"/><Relationship Id="rId11" Type="http://schemas.openxmlformats.org/officeDocument/2006/relationships/image" Target="../media/image75.png"/><Relationship Id="rId10" Type="http://schemas.openxmlformats.org/officeDocument/2006/relationships/image" Target="../media/image74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0.png"/><Relationship Id="rId8" Type="http://schemas.openxmlformats.org/officeDocument/2006/relationships/image" Target="../media/image89.png"/><Relationship Id="rId7" Type="http://schemas.openxmlformats.org/officeDocument/2006/relationships/image" Target="../media/image88.png"/><Relationship Id="rId6" Type="http://schemas.openxmlformats.org/officeDocument/2006/relationships/image" Target="../media/image87.png"/><Relationship Id="rId5" Type="http://schemas.openxmlformats.org/officeDocument/2006/relationships/image" Target="../media/image19.png"/><Relationship Id="rId4" Type="http://schemas.openxmlformats.org/officeDocument/2006/relationships/image" Target="../media/image8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7.png"/><Relationship Id="rId13" Type="http://schemas.openxmlformats.org/officeDocument/2006/relationships/image" Target="../media/image93.png"/><Relationship Id="rId12" Type="http://schemas.openxmlformats.org/officeDocument/2006/relationships/image" Target="../media/image92.png"/><Relationship Id="rId11" Type="http://schemas.openxmlformats.org/officeDocument/2006/relationships/image" Target="../media/image84.png"/><Relationship Id="rId10" Type="http://schemas.openxmlformats.org/officeDocument/2006/relationships/image" Target="../media/image91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8.png"/><Relationship Id="rId8" Type="http://schemas.openxmlformats.org/officeDocument/2006/relationships/image" Target="../media/image97.png"/><Relationship Id="rId7" Type="http://schemas.openxmlformats.org/officeDocument/2006/relationships/image" Target="../media/image96.png"/><Relationship Id="rId6" Type="http://schemas.openxmlformats.org/officeDocument/2006/relationships/image" Target="../media/image95.png"/><Relationship Id="rId5" Type="http://schemas.openxmlformats.org/officeDocument/2006/relationships/image" Target="../media/image19.png"/><Relationship Id="rId4" Type="http://schemas.openxmlformats.org/officeDocument/2006/relationships/image" Target="../media/image94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1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93.png"/><Relationship Id="rId2" Type="http://schemas.openxmlformats.org/officeDocument/2006/relationships/image" Target="../media/image11.png"/><Relationship Id="rId19" Type="http://schemas.openxmlformats.org/officeDocument/2006/relationships/image" Target="../media/image92.png"/><Relationship Id="rId18" Type="http://schemas.openxmlformats.org/officeDocument/2006/relationships/image" Target="../media/image104.png"/><Relationship Id="rId17" Type="http://schemas.openxmlformats.org/officeDocument/2006/relationships/image" Target="../media/image103.png"/><Relationship Id="rId16" Type="http://schemas.openxmlformats.org/officeDocument/2006/relationships/image" Target="../media/image47.png"/><Relationship Id="rId15" Type="http://schemas.openxmlformats.org/officeDocument/2006/relationships/image" Target="../media/image64.png"/><Relationship Id="rId14" Type="http://schemas.openxmlformats.org/officeDocument/2006/relationships/image" Target="../media/image28.png"/><Relationship Id="rId13" Type="http://schemas.openxmlformats.org/officeDocument/2006/relationships/image" Target="../media/image102.png"/><Relationship Id="rId12" Type="http://schemas.openxmlformats.org/officeDocument/2006/relationships/image" Target="../media/image101.png"/><Relationship Id="rId11" Type="http://schemas.openxmlformats.org/officeDocument/2006/relationships/image" Target="../media/image100.png"/><Relationship Id="rId10" Type="http://schemas.openxmlformats.org/officeDocument/2006/relationships/image" Target="../media/image99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0.png"/><Relationship Id="rId8" Type="http://schemas.openxmlformats.org/officeDocument/2006/relationships/image" Target="../media/image109.png"/><Relationship Id="rId7" Type="http://schemas.openxmlformats.org/officeDocument/2006/relationships/image" Target="../media/image108.png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2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121.png"/><Relationship Id="rId2" Type="http://schemas.openxmlformats.org/officeDocument/2006/relationships/image" Target="../media/image11.png"/><Relationship Id="rId19" Type="http://schemas.openxmlformats.org/officeDocument/2006/relationships/image" Target="../media/image120.png"/><Relationship Id="rId18" Type="http://schemas.openxmlformats.org/officeDocument/2006/relationships/image" Target="../media/image119.png"/><Relationship Id="rId17" Type="http://schemas.openxmlformats.org/officeDocument/2006/relationships/image" Target="../media/image118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115.png"/><Relationship Id="rId13" Type="http://schemas.openxmlformats.org/officeDocument/2006/relationships/image" Target="../media/image114.png"/><Relationship Id="rId12" Type="http://schemas.openxmlformats.org/officeDocument/2006/relationships/image" Target="../media/image113.png"/><Relationship Id="rId11" Type="http://schemas.openxmlformats.org/officeDocument/2006/relationships/image" Target="../media/image112.png"/><Relationship Id="rId10" Type="http://schemas.openxmlformats.org/officeDocument/2006/relationships/image" Target="../media/image111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7.png"/><Relationship Id="rId8" Type="http://schemas.openxmlformats.org/officeDocument/2006/relationships/image" Target="../media/image126.png"/><Relationship Id="rId7" Type="http://schemas.openxmlformats.org/officeDocument/2006/relationships/image" Target="../media/image43.png"/><Relationship Id="rId6" Type="http://schemas.openxmlformats.org/officeDocument/2006/relationships/image" Target="../media/image125.png"/><Relationship Id="rId5" Type="http://schemas.openxmlformats.org/officeDocument/2006/relationships/image" Target="../media/image19.png"/><Relationship Id="rId4" Type="http://schemas.openxmlformats.org/officeDocument/2006/relationships/image" Target="../media/image124.png"/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8" Type="http://schemas.openxmlformats.org/officeDocument/2006/relationships/notesSlide" Target="../notesSlides/notesSlide13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34.png"/><Relationship Id="rId15" Type="http://schemas.openxmlformats.org/officeDocument/2006/relationships/image" Target="../media/image133.png"/><Relationship Id="rId14" Type="http://schemas.openxmlformats.org/officeDocument/2006/relationships/image" Target="../media/image132.png"/><Relationship Id="rId13" Type="http://schemas.openxmlformats.org/officeDocument/2006/relationships/image" Target="../media/image131.png"/><Relationship Id="rId12" Type="http://schemas.openxmlformats.org/officeDocument/2006/relationships/image" Target="../media/image130.png"/><Relationship Id="rId11" Type="http://schemas.openxmlformats.org/officeDocument/2006/relationships/image" Target="../media/image129.png"/><Relationship Id="rId10" Type="http://schemas.openxmlformats.org/officeDocument/2006/relationships/image" Target="../media/image128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Relationship Id="rId3" Type="http://schemas.openxmlformats.org/officeDocument/2006/relationships/image" Target="../media/image123.png"/><Relationship Id="rId22" Type="http://schemas.openxmlformats.org/officeDocument/2006/relationships/notesSlide" Target="../notesSlides/notesSlide14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34.png"/><Relationship Id="rId2" Type="http://schemas.openxmlformats.org/officeDocument/2006/relationships/image" Target="../media/image122.png"/><Relationship Id="rId19" Type="http://schemas.openxmlformats.org/officeDocument/2006/relationships/image" Target="../media/image133.png"/><Relationship Id="rId18" Type="http://schemas.openxmlformats.org/officeDocument/2006/relationships/image" Target="../media/image132.png"/><Relationship Id="rId17" Type="http://schemas.openxmlformats.org/officeDocument/2006/relationships/image" Target="../media/image47.png"/><Relationship Id="rId16" Type="http://schemas.openxmlformats.org/officeDocument/2006/relationships/image" Target="../media/image146.png"/><Relationship Id="rId15" Type="http://schemas.openxmlformats.org/officeDocument/2006/relationships/image" Target="../media/image145.png"/><Relationship Id="rId14" Type="http://schemas.openxmlformats.org/officeDocument/2006/relationships/image" Target="../media/image144.png"/><Relationship Id="rId13" Type="http://schemas.openxmlformats.org/officeDocument/2006/relationships/image" Target="../media/image143.png"/><Relationship Id="rId12" Type="http://schemas.openxmlformats.org/officeDocument/2006/relationships/image" Target="../media/image142.png"/><Relationship Id="rId11" Type="http://schemas.openxmlformats.org/officeDocument/2006/relationships/image" Target="../media/image19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47.png"/><Relationship Id="rId7" Type="http://schemas.openxmlformats.org/officeDocument/2006/relationships/image" Target="../media/image149.png"/><Relationship Id="rId6" Type="http://schemas.openxmlformats.org/officeDocument/2006/relationships/image" Target="../media/image19.png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7" Type="http://schemas.openxmlformats.org/officeDocument/2006/relationships/notesSlide" Target="../notesSlides/notesSlide15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34.png"/><Relationship Id="rId14" Type="http://schemas.openxmlformats.org/officeDocument/2006/relationships/image" Target="../media/image37.png"/><Relationship Id="rId13" Type="http://schemas.openxmlformats.org/officeDocument/2006/relationships/image" Target="../media/image36.png"/><Relationship Id="rId12" Type="http://schemas.openxmlformats.org/officeDocument/2006/relationships/image" Target="../media/image152.png"/><Relationship Id="rId11" Type="http://schemas.openxmlformats.org/officeDocument/2006/relationships/image" Target="../media/image151.png"/><Relationship Id="rId10" Type="http://schemas.openxmlformats.org/officeDocument/2006/relationships/image" Target="../media/image150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6.png"/><Relationship Id="rId8" Type="http://schemas.openxmlformats.org/officeDocument/2006/relationships/image" Target="../media/image155.png"/><Relationship Id="rId7" Type="http://schemas.openxmlformats.org/officeDocument/2006/relationships/image" Target="../media/image154.png"/><Relationship Id="rId6" Type="http://schemas.openxmlformats.org/officeDocument/2006/relationships/image" Target="../media/image44.png"/><Relationship Id="rId5" Type="http://schemas.openxmlformats.org/officeDocument/2006/relationships/image" Target="../media/image19.png"/><Relationship Id="rId4" Type="http://schemas.openxmlformats.org/officeDocument/2006/relationships/image" Target="../media/image15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6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7.png"/><Relationship Id="rId17" Type="http://schemas.openxmlformats.org/officeDocument/2006/relationships/image" Target="../media/image37.png"/><Relationship Id="rId16" Type="http://schemas.openxmlformats.org/officeDocument/2006/relationships/image" Target="../media/image36.png"/><Relationship Id="rId15" Type="http://schemas.openxmlformats.org/officeDocument/2006/relationships/image" Target="../media/image46.png"/><Relationship Id="rId14" Type="http://schemas.openxmlformats.org/officeDocument/2006/relationships/image" Target="../media/image23.png"/><Relationship Id="rId13" Type="http://schemas.openxmlformats.org/officeDocument/2006/relationships/image" Target="../media/image160.png"/><Relationship Id="rId12" Type="http://schemas.openxmlformats.org/officeDocument/2006/relationships/image" Target="../media/image159.png"/><Relationship Id="rId11" Type="http://schemas.openxmlformats.org/officeDocument/2006/relationships/image" Target="../media/image158.png"/><Relationship Id="rId10" Type="http://schemas.openxmlformats.org/officeDocument/2006/relationships/image" Target="../media/image157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png"/><Relationship Id="rId7" Type="http://schemas.openxmlformats.org/officeDocument/2006/relationships/image" Target="../media/image163.png"/><Relationship Id="rId6" Type="http://schemas.openxmlformats.org/officeDocument/2006/relationships/image" Target="../media/image162.png"/><Relationship Id="rId5" Type="http://schemas.openxmlformats.org/officeDocument/2006/relationships/image" Target="../media/image39.png"/><Relationship Id="rId4" Type="http://schemas.openxmlformats.org/officeDocument/2006/relationships/image" Target="../media/image16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7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37.png"/><Relationship Id="rId15" Type="http://schemas.openxmlformats.org/officeDocument/2006/relationships/image" Target="../media/image36.png"/><Relationship Id="rId14" Type="http://schemas.openxmlformats.org/officeDocument/2006/relationships/image" Target="../media/image170.png"/><Relationship Id="rId13" Type="http://schemas.openxmlformats.org/officeDocument/2006/relationships/image" Target="../media/image169.png"/><Relationship Id="rId12" Type="http://schemas.openxmlformats.org/officeDocument/2006/relationships/image" Target="../media/image168.png"/><Relationship Id="rId11" Type="http://schemas.openxmlformats.org/officeDocument/2006/relationships/image" Target="../media/image167.png"/><Relationship Id="rId10" Type="http://schemas.openxmlformats.org/officeDocument/2006/relationships/image" Target="../media/image166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8.png"/><Relationship Id="rId8" Type="http://schemas.openxmlformats.org/officeDocument/2006/relationships/image" Target="../media/image177.png"/><Relationship Id="rId7" Type="http://schemas.openxmlformats.org/officeDocument/2006/relationships/image" Target="../media/image176.png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1" Type="http://schemas.openxmlformats.org/officeDocument/2006/relationships/notesSlide" Target="../notesSlides/notesSlide18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Medical AI System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基于深度学习的智能诊疗辅助平台，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免除服务器采购与运维人员配置，按使用量付费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3898</Words>
  <Application>WPS 演示</Application>
  <PresentationFormat>On-screen Show (16:9)</PresentationFormat>
  <Paragraphs>693</Paragraphs>
  <Slides>18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0" baseType="lpstr">
      <vt:lpstr>Arial</vt:lpstr>
      <vt:lpstr>宋体</vt:lpstr>
      <vt:lpstr>Wingdings</vt:lpstr>
      <vt:lpstr>等线</vt:lpstr>
      <vt:lpstr>等线</vt:lpstr>
      <vt:lpstr>Consolas</vt:lpstr>
      <vt:lpstr>Consolas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3</cp:revision>
  <dcterms:created xsi:type="dcterms:W3CDTF">2026-04-15T14:38:00Z</dcterms:created>
  <dcterms:modified xsi:type="dcterms:W3CDTF">2026-04-16T14:14:44Z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EB6D733695FE44429D4E934A435E76B4_12</vt:lpwstr>
  </property>
</Properties>
</file>