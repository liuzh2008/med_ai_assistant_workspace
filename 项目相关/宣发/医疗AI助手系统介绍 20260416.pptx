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6" r:id="rId5"/>
    <p:sldId id="275" r:id="rId6"/>
    <p:sldId id="299" r:id="rId7"/>
    <p:sldId id="291" r:id="rId8"/>
    <p:sldId id="292" r:id="rId9"/>
    <p:sldId id="293" r:id="rId10"/>
    <p:sldId id="294" r:id="rId11"/>
    <p:sldId id="295" r:id="rId12"/>
    <p:sldId id="296" r:id="rId13"/>
    <p:sldId id="290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8" r:id="rId28"/>
    <p:sldId id="279" r:id="rId29"/>
    <p:sldId id="297" r:id="rId30"/>
    <p:sldId id="298" r:id="rId31"/>
    <p:sldId id="272" r:id="rId32"/>
    <p:sldId id="273" r:id="rId3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8.png"/><Relationship Id="rId7" Type="http://schemas.openxmlformats.org/officeDocument/2006/relationships/image" Target="../media/image4.png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5" Type="http://schemas.openxmlformats.org/officeDocument/2006/relationships/notesSlide" Target="../notesSlides/notesSlide4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11" Type="http://schemas.openxmlformats.org/officeDocument/2006/relationships/image" Target="../media/image29.png"/><Relationship Id="rId10" Type="http://schemas.openxmlformats.org/officeDocument/2006/relationships/image" Target="../media/image28.png"/><Relationship Id="rId1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png"/><Relationship Id="rId7" Type="http://schemas.openxmlformats.org/officeDocument/2006/relationships/image" Target="../media/image37.png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7.png"/><Relationship Id="rId16" Type="http://schemas.openxmlformats.org/officeDocument/2006/relationships/image" Target="../media/image46.png"/><Relationship Id="rId15" Type="http://schemas.openxmlformats.org/officeDocument/2006/relationships/image" Target="../media/image45.png"/><Relationship Id="rId14" Type="http://schemas.openxmlformats.org/officeDocument/2006/relationships/image" Target="../media/image44.png"/><Relationship Id="rId13" Type="http://schemas.openxmlformats.org/officeDocument/2006/relationships/image" Target="../media/image43.png"/><Relationship Id="rId12" Type="http://schemas.openxmlformats.org/officeDocument/2006/relationships/image" Target="../media/image42.png"/><Relationship Id="rId11" Type="http://schemas.openxmlformats.org/officeDocument/2006/relationships/image" Target="../media/image41.png"/><Relationship Id="rId10" Type="http://schemas.openxmlformats.org/officeDocument/2006/relationships/image" Target="../media/image40.png"/><Relationship Id="rId1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3.png"/><Relationship Id="rId8" Type="http://schemas.openxmlformats.org/officeDocument/2006/relationships/image" Target="../media/image38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33.png"/><Relationship Id="rId2" Type="http://schemas.openxmlformats.org/officeDocument/2006/relationships/image" Target="../media/image48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59.png"/><Relationship Id="rId14" Type="http://schemas.openxmlformats.org/officeDocument/2006/relationships/image" Target="../media/image58.png"/><Relationship Id="rId13" Type="http://schemas.openxmlformats.org/officeDocument/2006/relationships/image" Target="../media/image57.png"/><Relationship Id="rId12" Type="http://schemas.openxmlformats.org/officeDocument/2006/relationships/image" Target="../media/image56.png"/><Relationship Id="rId11" Type="http://schemas.openxmlformats.org/officeDocument/2006/relationships/image" Target="../media/image55.png"/><Relationship Id="rId10" Type="http://schemas.openxmlformats.org/officeDocument/2006/relationships/image" Target="../media/image54.png"/><Relationship Id="rId1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.png"/><Relationship Id="rId8" Type="http://schemas.openxmlformats.org/officeDocument/2006/relationships/image" Target="../media/image65.png"/><Relationship Id="rId7" Type="http://schemas.openxmlformats.org/officeDocument/2006/relationships/image" Target="../media/image64.png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32.pn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73.png"/><Relationship Id="rId15" Type="http://schemas.openxmlformats.org/officeDocument/2006/relationships/image" Target="../media/image72.png"/><Relationship Id="rId14" Type="http://schemas.openxmlformats.org/officeDocument/2006/relationships/image" Target="../media/image71.png"/><Relationship Id="rId13" Type="http://schemas.openxmlformats.org/officeDocument/2006/relationships/image" Target="../media/image70.png"/><Relationship Id="rId12" Type="http://schemas.openxmlformats.org/officeDocument/2006/relationships/image" Target="../media/image69.png"/><Relationship Id="rId11" Type="http://schemas.openxmlformats.org/officeDocument/2006/relationships/image" Target="../media/image68.png"/><Relationship Id="rId10" Type="http://schemas.openxmlformats.org/officeDocument/2006/relationships/image" Target="../media/image67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77.png"/><Relationship Id="rId7" Type="http://schemas.openxmlformats.org/officeDocument/2006/relationships/image" Target="../media/image76.png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4.png"/><Relationship Id="rId3" Type="http://schemas.openxmlformats.org/officeDocument/2006/relationships/image" Target="../media/image38.png"/><Relationship Id="rId2" Type="http://schemas.openxmlformats.org/officeDocument/2006/relationships/image" Target="../media/image48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5.png"/><Relationship Id="rId16" Type="http://schemas.openxmlformats.org/officeDocument/2006/relationships/image" Target="../media/image84.png"/><Relationship Id="rId15" Type="http://schemas.openxmlformats.org/officeDocument/2006/relationships/image" Target="../media/image83.png"/><Relationship Id="rId14" Type="http://schemas.openxmlformats.org/officeDocument/2006/relationships/image" Target="../media/image82.png"/><Relationship Id="rId13" Type="http://schemas.openxmlformats.org/officeDocument/2006/relationships/image" Target="../media/image81.png"/><Relationship Id="rId12" Type="http://schemas.openxmlformats.org/officeDocument/2006/relationships/image" Target="../media/image80.png"/><Relationship Id="rId11" Type="http://schemas.openxmlformats.org/officeDocument/2006/relationships/image" Target="../media/image79.png"/><Relationship Id="rId10" Type="http://schemas.openxmlformats.org/officeDocument/2006/relationships/image" Target="../media/image78.png"/><Relationship Id="rId1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3" Type="http://schemas.openxmlformats.org/officeDocument/2006/relationships/image" Target="../media/image85.png"/><Relationship Id="rId2" Type="http://schemas.openxmlformats.org/officeDocument/2006/relationships/image" Target="../media/image48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png"/><Relationship Id="rId8" Type="http://schemas.openxmlformats.org/officeDocument/2006/relationships/image" Target="../media/image93.png"/><Relationship Id="rId7" Type="http://schemas.openxmlformats.org/officeDocument/2006/relationships/image" Target="../media/image92.png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3" Type="http://schemas.openxmlformats.org/officeDocument/2006/relationships/image" Target="../media/image88.png"/><Relationship Id="rId2" Type="http://schemas.openxmlformats.org/officeDocument/2006/relationships/image" Target="../media/image32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99.png"/><Relationship Id="rId13" Type="http://schemas.openxmlformats.org/officeDocument/2006/relationships/image" Target="../media/image98.png"/><Relationship Id="rId12" Type="http://schemas.openxmlformats.org/officeDocument/2006/relationships/image" Target="../media/image97.png"/><Relationship Id="rId11" Type="http://schemas.openxmlformats.org/officeDocument/2006/relationships/image" Target="../media/image96.png"/><Relationship Id="rId10" Type="http://schemas.openxmlformats.org/officeDocument/2006/relationships/image" Target="../media/image95.png"/><Relationship Id="rId1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5.png"/><Relationship Id="rId8" Type="http://schemas.openxmlformats.org/officeDocument/2006/relationships/image" Target="../media/image104.png"/><Relationship Id="rId7" Type="http://schemas.openxmlformats.org/officeDocument/2006/relationships/image" Target="../media/image103.png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108.png"/><Relationship Id="rId11" Type="http://schemas.openxmlformats.org/officeDocument/2006/relationships/image" Target="../media/image107.png"/><Relationship Id="rId10" Type="http://schemas.openxmlformats.org/officeDocument/2006/relationships/image" Target="../media/image106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1.png"/><Relationship Id="rId8" Type="http://schemas.openxmlformats.org/officeDocument/2006/relationships/tags" Target="../tags/tag65.xml"/><Relationship Id="rId7" Type="http://schemas.openxmlformats.org/officeDocument/2006/relationships/image" Target="../media/image110.png"/><Relationship Id="rId6" Type="http://schemas.openxmlformats.org/officeDocument/2006/relationships/tags" Target="../tags/tag64.xml"/><Relationship Id="rId53" Type="http://schemas.openxmlformats.org/officeDocument/2006/relationships/notesSlide" Target="../notesSlides/notesSlide12.xml"/><Relationship Id="rId52" Type="http://schemas.openxmlformats.org/officeDocument/2006/relationships/slideLayout" Target="../slideLayouts/slideLayout1.xml"/><Relationship Id="rId51" Type="http://schemas.openxmlformats.org/officeDocument/2006/relationships/image" Target="../media/image18.png"/><Relationship Id="rId50" Type="http://schemas.openxmlformats.org/officeDocument/2006/relationships/tags" Target="../tags/tag98.xml"/><Relationship Id="rId5" Type="http://schemas.openxmlformats.org/officeDocument/2006/relationships/image" Target="../media/image109.png"/><Relationship Id="rId49" Type="http://schemas.openxmlformats.org/officeDocument/2006/relationships/image" Target="../media/image118.png"/><Relationship Id="rId48" Type="http://schemas.openxmlformats.org/officeDocument/2006/relationships/image" Target="../media/image117.png"/><Relationship Id="rId47" Type="http://schemas.openxmlformats.org/officeDocument/2006/relationships/tags" Target="../tags/tag97.xml"/><Relationship Id="rId46" Type="http://schemas.openxmlformats.org/officeDocument/2006/relationships/tags" Target="../tags/tag96.xml"/><Relationship Id="rId45" Type="http://schemas.openxmlformats.org/officeDocument/2006/relationships/image" Target="../media/image45.png"/><Relationship Id="rId44" Type="http://schemas.openxmlformats.org/officeDocument/2006/relationships/tags" Target="../tags/tag95.xml"/><Relationship Id="rId43" Type="http://schemas.openxmlformats.org/officeDocument/2006/relationships/tags" Target="../tags/tag94.xml"/><Relationship Id="rId42" Type="http://schemas.openxmlformats.org/officeDocument/2006/relationships/tags" Target="../tags/tag93.xml"/><Relationship Id="rId41" Type="http://schemas.openxmlformats.org/officeDocument/2006/relationships/tags" Target="../tags/tag92.xml"/><Relationship Id="rId40" Type="http://schemas.openxmlformats.org/officeDocument/2006/relationships/tags" Target="../tags/tag91.xml"/><Relationship Id="rId4" Type="http://schemas.openxmlformats.org/officeDocument/2006/relationships/tags" Target="../tags/tag63.xml"/><Relationship Id="rId39" Type="http://schemas.openxmlformats.org/officeDocument/2006/relationships/image" Target="../media/image116.png"/><Relationship Id="rId38" Type="http://schemas.openxmlformats.org/officeDocument/2006/relationships/tags" Target="../tags/tag90.xml"/><Relationship Id="rId37" Type="http://schemas.openxmlformats.org/officeDocument/2006/relationships/tags" Target="../tags/tag89.xml"/><Relationship Id="rId36" Type="http://schemas.openxmlformats.org/officeDocument/2006/relationships/tags" Target="../tags/tag88.xml"/><Relationship Id="rId35" Type="http://schemas.openxmlformats.org/officeDocument/2006/relationships/tags" Target="../tags/tag87.xml"/><Relationship Id="rId34" Type="http://schemas.openxmlformats.org/officeDocument/2006/relationships/tags" Target="../tags/tag86.xml"/><Relationship Id="rId33" Type="http://schemas.openxmlformats.org/officeDocument/2006/relationships/image" Target="../media/image115.png"/><Relationship Id="rId32" Type="http://schemas.openxmlformats.org/officeDocument/2006/relationships/tags" Target="../tags/tag85.xml"/><Relationship Id="rId31" Type="http://schemas.openxmlformats.org/officeDocument/2006/relationships/tags" Target="../tags/tag84.xml"/><Relationship Id="rId30" Type="http://schemas.openxmlformats.org/officeDocument/2006/relationships/tags" Target="../tags/tag83.xml"/><Relationship Id="rId3" Type="http://schemas.openxmlformats.org/officeDocument/2006/relationships/image" Target="../media/image15.png"/><Relationship Id="rId29" Type="http://schemas.openxmlformats.org/officeDocument/2006/relationships/tags" Target="../tags/tag82.xml"/><Relationship Id="rId28" Type="http://schemas.openxmlformats.org/officeDocument/2006/relationships/tags" Target="../tags/tag81.xml"/><Relationship Id="rId27" Type="http://schemas.openxmlformats.org/officeDocument/2006/relationships/image" Target="../media/image114.png"/><Relationship Id="rId26" Type="http://schemas.openxmlformats.org/officeDocument/2006/relationships/tags" Target="../tags/tag80.xml"/><Relationship Id="rId25" Type="http://schemas.openxmlformats.org/officeDocument/2006/relationships/tags" Target="../tags/tag79.xml"/><Relationship Id="rId24" Type="http://schemas.openxmlformats.org/officeDocument/2006/relationships/tags" Target="../tags/tag78.xml"/><Relationship Id="rId23" Type="http://schemas.openxmlformats.org/officeDocument/2006/relationships/tags" Target="../tags/tag77.xml"/><Relationship Id="rId22" Type="http://schemas.openxmlformats.org/officeDocument/2006/relationships/tags" Target="../tags/tag76.xml"/><Relationship Id="rId21" Type="http://schemas.openxmlformats.org/officeDocument/2006/relationships/image" Target="../media/image113.png"/><Relationship Id="rId20" Type="http://schemas.openxmlformats.org/officeDocument/2006/relationships/tags" Target="../tags/tag75.xml"/><Relationship Id="rId2" Type="http://schemas.openxmlformats.org/officeDocument/2006/relationships/image" Target="../media/image2.png"/><Relationship Id="rId19" Type="http://schemas.openxmlformats.org/officeDocument/2006/relationships/tags" Target="../tags/tag74.xml"/><Relationship Id="rId18" Type="http://schemas.openxmlformats.org/officeDocument/2006/relationships/tags" Target="../tags/tag73.xml"/><Relationship Id="rId17" Type="http://schemas.openxmlformats.org/officeDocument/2006/relationships/tags" Target="../tags/tag72.xml"/><Relationship Id="rId16" Type="http://schemas.openxmlformats.org/officeDocument/2006/relationships/tags" Target="../tags/tag71.xml"/><Relationship Id="rId15" Type="http://schemas.openxmlformats.org/officeDocument/2006/relationships/image" Target="../media/image112.png"/><Relationship Id="rId14" Type="http://schemas.openxmlformats.org/officeDocument/2006/relationships/tags" Target="../tags/tag70.xml"/><Relationship Id="rId13" Type="http://schemas.openxmlformats.org/officeDocument/2006/relationships/tags" Target="../tags/tag69.xml"/><Relationship Id="rId12" Type="http://schemas.openxmlformats.org/officeDocument/2006/relationships/tags" Target="../tags/tag68.xml"/><Relationship Id="rId11" Type="http://schemas.openxmlformats.org/officeDocument/2006/relationships/tags" Target="../tags/tag67.xml"/><Relationship Id="rId10" Type="http://schemas.openxmlformats.org/officeDocument/2006/relationships/tags" Target="../tags/tag66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image" Target="../media/image122.png"/><Relationship Id="rId7" Type="http://schemas.openxmlformats.org/officeDocument/2006/relationships/tags" Target="../tags/tag99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Relationship Id="rId37" Type="http://schemas.openxmlformats.org/officeDocument/2006/relationships/notesSlide" Target="../notesSlides/notesSlide13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8.png"/><Relationship Id="rId34" Type="http://schemas.openxmlformats.org/officeDocument/2006/relationships/tags" Target="../tags/tag119.xml"/><Relationship Id="rId33" Type="http://schemas.openxmlformats.org/officeDocument/2006/relationships/image" Target="../media/image118.png"/><Relationship Id="rId32" Type="http://schemas.openxmlformats.org/officeDocument/2006/relationships/image" Target="../media/image117.png"/><Relationship Id="rId31" Type="http://schemas.openxmlformats.org/officeDocument/2006/relationships/tags" Target="../tags/tag118.xml"/><Relationship Id="rId30" Type="http://schemas.openxmlformats.org/officeDocument/2006/relationships/tags" Target="../tags/tag117.xml"/><Relationship Id="rId3" Type="http://schemas.openxmlformats.org/officeDocument/2006/relationships/image" Target="../media/image15.png"/><Relationship Id="rId29" Type="http://schemas.openxmlformats.org/officeDocument/2006/relationships/image" Target="../media/image56.png"/><Relationship Id="rId28" Type="http://schemas.openxmlformats.org/officeDocument/2006/relationships/tags" Target="../tags/tag116.xml"/><Relationship Id="rId27" Type="http://schemas.openxmlformats.org/officeDocument/2006/relationships/tags" Target="../tags/tag115.xml"/><Relationship Id="rId26" Type="http://schemas.openxmlformats.org/officeDocument/2006/relationships/tags" Target="../tags/tag114.xml"/><Relationship Id="rId25" Type="http://schemas.openxmlformats.org/officeDocument/2006/relationships/tags" Target="../tags/tag113.xml"/><Relationship Id="rId24" Type="http://schemas.openxmlformats.org/officeDocument/2006/relationships/tags" Target="../tags/tag112.xml"/><Relationship Id="rId23" Type="http://schemas.openxmlformats.org/officeDocument/2006/relationships/tags" Target="../tags/tag111.xml"/><Relationship Id="rId22" Type="http://schemas.openxmlformats.org/officeDocument/2006/relationships/tags" Target="../tags/tag110.xml"/><Relationship Id="rId21" Type="http://schemas.openxmlformats.org/officeDocument/2006/relationships/tags" Target="../tags/tag109.xml"/><Relationship Id="rId20" Type="http://schemas.openxmlformats.org/officeDocument/2006/relationships/tags" Target="../tags/tag108.xml"/><Relationship Id="rId2" Type="http://schemas.openxmlformats.org/officeDocument/2006/relationships/image" Target="../media/image2.png"/><Relationship Id="rId19" Type="http://schemas.openxmlformats.org/officeDocument/2006/relationships/tags" Target="../tags/tag107.xml"/><Relationship Id="rId18" Type="http://schemas.openxmlformats.org/officeDocument/2006/relationships/image" Target="../media/image124.png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image" Target="../media/image123.png"/><Relationship Id="rId11" Type="http://schemas.openxmlformats.org/officeDocument/2006/relationships/tags" Target="../tags/tag101.xml"/><Relationship Id="rId10" Type="http://schemas.openxmlformats.org/officeDocument/2006/relationships/image" Target="../media/image101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8.png"/><Relationship Id="rId8" Type="http://schemas.openxmlformats.org/officeDocument/2006/relationships/image" Target="../media/image127.png"/><Relationship Id="rId7" Type="http://schemas.openxmlformats.org/officeDocument/2006/relationships/image" Target="../media/image81.png"/><Relationship Id="rId6" Type="http://schemas.openxmlformats.org/officeDocument/2006/relationships/image" Target="../media/image126.png"/><Relationship Id="rId5" Type="http://schemas.openxmlformats.org/officeDocument/2006/relationships/image" Target="../media/image101.png"/><Relationship Id="rId4" Type="http://schemas.openxmlformats.org/officeDocument/2006/relationships/image" Target="../media/image125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4.png"/><Relationship Id="rId15" Type="http://schemas.openxmlformats.org/officeDocument/2006/relationships/image" Target="../media/image3.png"/><Relationship Id="rId14" Type="http://schemas.openxmlformats.org/officeDocument/2006/relationships/image" Target="../media/image67.png"/><Relationship Id="rId13" Type="http://schemas.openxmlformats.org/officeDocument/2006/relationships/image" Target="../media/image132.png"/><Relationship Id="rId12" Type="http://schemas.openxmlformats.org/officeDocument/2006/relationships/image" Target="../media/image131.png"/><Relationship Id="rId11" Type="http://schemas.openxmlformats.org/officeDocument/2006/relationships/image" Target="../media/image130.png"/><Relationship Id="rId10" Type="http://schemas.openxmlformats.org/officeDocument/2006/relationships/image" Target="../media/image129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6.png"/><Relationship Id="rId8" Type="http://schemas.openxmlformats.org/officeDocument/2006/relationships/image" Target="../media/image135.png"/><Relationship Id="rId7" Type="http://schemas.openxmlformats.org/officeDocument/2006/relationships/image" Target="../media/image81.png"/><Relationship Id="rId6" Type="http://schemas.openxmlformats.org/officeDocument/2006/relationships/image" Target="../media/image134.png"/><Relationship Id="rId5" Type="http://schemas.openxmlformats.org/officeDocument/2006/relationships/image" Target="../media/image120.png"/><Relationship Id="rId4" Type="http://schemas.openxmlformats.org/officeDocument/2006/relationships/image" Target="../media/image13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5" Type="http://schemas.openxmlformats.org/officeDocument/2006/relationships/notesSlide" Target="../notesSlides/notesSlide15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8.png"/><Relationship Id="rId12" Type="http://schemas.openxmlformats.org/officeDocument/2006/relationships/image" Target="../media/image118.png"/><Relationship Id="rId11" Type="http://schemas.openxmlformats.org/officeDocument/2006/relationships/image" Target="../media/image117.png"/><Relationship Id="rId10" Type="http://schemas.openxmlformats.org/officeDocument/2006/relationships/image" Target="../media/image137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1.png"/><Relationship Id="rId8" Type="http://schemas.openxmlformats.org/officeDocument/2006/relationships/image" Target="../media/image140.png"/><Relationship Id="rId7" Type="http://schemas.openxmlformats.org/officeDocument/2006/relationships/image" Target="../media/image139.png"/><Relationship Id="rId6" Type="http://schemas.openxmlformats.org/officeDocument/2006/relationships/image" Target="../media/image101.png"/><Relationship Id="rId5" Type="http://schemas.openxmlformats.org/officeDocument/2006/relationships/image" Target="../media/image138.png"/><Relationship Id="rId4" Type="http://schemas.openxmlformats.org/officeDocument/2006/relationships/image" Target="../media/image129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18.png"/><Relationship Id="rId15" Type="http://schemas.openxmlformats.org/officeDocument/2006/relationships/image" Target="../media/image117.png"/><Relationship Id="rId14" Type="http://schemas.openxmlformats.org/officeDocument/2006/relationships/image" Target="../media/image146.png"/><Relationship Id="rId13" Type="http://schemas.openxmlformats.org/officeDocument/2006/relationships/image" Target="../media/image145.png"/><Relationship Id="rId12" Type="http://schemas.openxmlformats.org/officeDocument/2006/relationships/image" Target="../media/image144.png"/><Relationship Id="rId11" Type="http://schemas.openxmlformats.org/officeDocument/2006/relationships/image" Target="../media/image143.png"/><Relationship Id="rId10" Type="http://schemas.openxmlformats.org/officeDocument/2006/relationships/image" Target="../media/image142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1.png"/><Relationship Id="rId8" Type="http://schemas.openxmlformats.org/officeDocument/2006/relationships/image" Target="../media/image150.png"/><Relationship Id="rId7" Type="http://schemas.openxmlformats.org/officeDocument/2006/relationships/image" Target="../media/image149.png"/><Relationship Id="rId6" Type="http://schemas.openxmlformats.org/officeDocument/2006/relationships/image" Target="../media/image148.png"/><Relationship Id="rId5" Type="http://schemas.openxmlformats.org/officeDocument/2006/relationships/image" Target="../media/image129.png"/><Relationship Id="rId4" Type="http://schemas.openxmlformats.org/officeDocument/2006/relationships/image" Target="../media/image147.png"/><Relationship Id="rId3" Type="http://schemas.openxmlformats.org/officeDocument/2006/relationships/image" Target="../media/image15.png"/><Relationship Id="rId24" Type="http://schemas.openxmlformats.org/officeDocument/2006/relationships/notesSlide" Target="../notesSlides/notesSlide17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63.png"/><Relationship Id="rId21" Type="http://schemas.openxmlformats.org/officeDocument/2006/relationships/image" Target="../media/image18.png"/><Relationship Id="rId20" Type="http://schemas.openxmlformats.org/officeDocument/2006/relationships/image" Target="../media/image162.png"/><Relationship Id="rId2" Type="http://schemas.openxmlformats.org/officeDocument/2006/relationships/image" Target="../media/image2.png"/><Relationship Id="rId19" Type="http://schemas.openxmlformats.org/officeDocument/2006/relationships/image" Target="../media/image161.png"/><Relationship Id="rId18" Type="http://schemas.openxmlformats.org/officeDocument/2006/relationships/image" Target="../media/image160.png"/><Relationship Id="rId17" Type="http://schemas.openxmlformats.org/officeDocument/2006/relationships/image" Target="../media/image159.png"/><Relationship Id="rId16" Type="http://schemas.openxmlformats.org/officeDocument/2006/relationships/image" Target="../media/image158.png"/><Relationship Id="rId15" Type="http://schemas.openxmlformats.org/officeDocument/2006/relationships/image" Target="../media/image157.png"/><Relationship Id="rId14" Type="http://schemas.openxmlformats.org/officeDocument/2006/relationships/image" Target="../media/image156.png"/><Relationship Id="rId13" Type="http://schemas.openxmlformats.org/officeDocument/2006/relationships/image" Target="../media/image155.png"/><Relationship Id="rId12" Type="http://schemas.openxmlformats.org/officeDocument/2006/relationships/image" Target="../media/image154.png"/><Relationship Id="rId11" Type="http://schemas.openxmlformats.org/officeDocument/2006/relationships/image" Target="../media/image153.png"/><Relationship Id="rId10" Type="http://schemas.openxmlformats.org/officeDocument/2006/relationships/image" Target="../media/image152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8.png"/><Relationship Id="rId8" Type="http://schemas.openxmlformats.org/officeDocument/2006/relationships/image" Target="../media/image167.png"/><Relationship Id="rId7" Type="http://schemas.openxmlformats.org/officeDocument/2006/relationships/image" Target="../media/image166.png"/><Relationship Id="rId6" Type="http://schemas.openxmlformats.org/officeDocument/2006/relationships/image" Target="../media/image165.png"/><Relationship Id="rId5" Type="http://schemas.openxmlformats.org/officeDocument/2006/relationships/image" Target="../media/image101.png"/><Relationship Id="rId4" Type="http://schemas.openxmlformats.org/officeDocument/2006/relationships/image" Target="../media/image164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1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.png"/><Relationship Id="rId13" Type="http://schemas.openxmlformats.org/officeDocument/2006/relationships/image" Target="../media/image171.png"/><Relationship Id="rId12" Type="http://schemas.openxmlformats.org/officeDocument/2006/relationships/image" Target="../media/image170.png"/><Relationship Id="rId11" Type="http://schemas.openxmlformats.org/officeDocument/2006/relationships/image" Target="../media/image162.png"/><Relationship Id="rId10" Type="http://schemas.openxmlformats.org/officeDocument/2006/relationships/image" Target="../media/image169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6.png"/><Relationship Id="rId8" Type="http://schemas.openxmlformats.org/officeDocument/2006/relationships/image" Target="../media/image175.png"/><Relationship Id="rId7" Type="http://schemas.openxmlformats.org/officeDocument/2006/relationships/image" Target="../media/image174.png"/><Relationship Id="rId6" Type="http://schemas.openxmlformats.org/officeDocument/2006/relationships/image" Target="../media/image173.png"/><Relationship Id="rId5" Type="http://schemas.openxmlformats.org/officeDocument/2006/relationships/image" Target="../media/image101.png"/><Relationship Id="rId4" Type="http://schemas.openxmlformats.org/officeDocument/2006/relationships/image" Target="../media/image172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19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71.png"/><Relationship Id="rId2" Type="http://schemas.openxmlformats.org/officeDocument/2006/relationships/image" Target="../media/image2.png"/><Relationship Id="rId19" Type="http://schemas.openxmlformats.org/officeDocument/2006/relationships/image" Target="../media/image170.png"/><Relationship Id="rId18" Type="http://schemas.openxmlformats.org/officeDocument/2006/relationships/image" Target="../media/image182.png"/><Relationship Id="rId17" Type="http://schemas.openxmlformats.org/officeDocument/2006/relationships/image" Target="../media/image181.png"/><Relationship Id="rId16" Type="http://schemas.openxmlformats.org/officeDocument/2006/relationships/image" Target="../media/image81.png"/><Relationship Id="rId15" Type="http://schemas.openxmlformats.org/officeDocument/2006/relationships/image" Target="../media/image142.png"/><Relationship Id="rId14" Type="http://schemas.openxmlformats.org/officeDocument/2006/relationships/image" Target="../media/image110.png"/><Relationship Id="rId13" Type="http://schemas.openxmlformats.org/officeDocument/2006/relationships/image" Target="../media/image180.png"/><Relationship Id="rId12" Type="http://schemas.openxmlformats.org/officeDocument/2006/relationships/image" Target="../media/image179.png"/><Relationship Id="rId11" Type="http://schemas.openxmlformats.org/officeDocument/2006/relationships/image" Target="../media/image178.png"/><Relationship Id="rId10" Type="http://schemas.openxmlformats.org/officeDocument/2006/relationships/image" Target="../media/image177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8.png"/><Relationship Id="rId8" Type="http://schemas.openxmlformats.org/officeDocument/2006/relationships/image" Target="../media/image187.png"/><Relationship Id="rId7" Type="http://schemas.openxmlformats.org/officeDocument/2006/relationships/image" Target="../media/image186.png"/><Relationship Id="rId6" Type="http://schemas.openxmlformats.org/officeDocument/2006/relationships/image" Target="../media/image185.png"/><Relationship Id="rId5" Type="http://schemas.openxmlformats.org/officeDocument/2006/relationships/image" Target="../media/image184.png"/><Relationship Id="rId4" Type="http://schemas.openxmlformats.org/officeDocument/2006/relationships/image" Target="../media/image183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20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99.png"/><Relationship Id="rId2" Type="http://schemas.openxmlformats.org/officeDocument/2006/relationships/image" Target="../media/image2.png"/><Relationship Id="rId19" Type="http://schemas.openxmlformats.org/officeDocument/2006/relationships/image" Target="../media/image198.png"/><Relationship Id="rId18" Type="http://schemas.openxmlformats.org/officeDocument/2006/relationships/image" Target="../media/image197.png"/><Relationship Id="rId17" Type="http://schemas.openxmlformats.org/officeDocument/2006/relationships/image" Target="../media/image196.png"/><Relationship Id="rId16" Type="http://schemas.openxmlformats.org/officeDocument/2006/relationships/image" Target="../media/image195.png"/><Relationship Id="rId15" Type="http://schemas.openxmlformats.org/officeDocument/2006/relationships/image" Target="../media/image194.png"/><Relationship Id="rId14" Type="http://schemas.openxmlformats.org/officeDocument/2006/relationships/image" Target="../media/image193.png"/><Relationship Id="rId13" Type="http://schemas.openxmlformats.org/officeDocument/2006/relationships/image" Target="../media/image192.png"/><Relationship Id="rId12" Type="http://schemas.openxmlformats.org/officeDocument/2006/relationships/image" Target="../media/image191.png"/><Relationship Id="rId11" Type="http://schemas.openxmlformats.org/officeDocument/2006/relationships/image" Target="../media/image190.png"/><Relationship Id="rId10" Type="http://schemas.openxmlformats.org/officeDocument/2006/relationships/image" Target="../media/image189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5.png"/><Relationship Id="rId8" Type="http://schemas.openxmlformats.org/officeDocument/2006/relationships/image" Target="../media/image204.png"/><Relationship Id="rId7" Type="http://schemas.openxmlformats.org/officeDocument/2006/relationships/image" Target="../media/image124.png"/><Relationship Id="rId6" Type="http://schemas.openxmlformats.org/officeDocument/2006/relationships/image" Target="../media/image203.png"/><Relationship Id="rId5" Type="http://schemas.openxmlformats.org/officeDocument/2006/relationships/image" Target="../media/image101.png"/><Relationship Id="rId4" Type="http://schemas.openxmlformats.org/officeDocument/2006/relationships/image" Target="../media/image202.png"/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8" Type="http://schemas.openxmlformats.org/officeDocument/2006/relationships/notesSlide" Target="../notesSlides/notesSlide21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12.png"/><Relationship Id="rId15" Type="http://schemas.openxmlformats.org/officeDocument/2006/relationships/image" Target="../media/image211.png"/><Relationship Id="rId14" Type="http://schemas.openxmlformats.org/officeDocument/2006/relationships/image" Target="../media/image210.png"/><Relationship Id="rId13" Type="http://schemas.openxmlformats.org/officeDocument/2006/relationships/image" Target="../media/image209.png"/><Relationship Id="rId12" Type="http://schemas.openxmlformats.org/officeDocument/2006/relationships/image" Target="../media/image208.png"/><Relationship Id="rId11" Type="http://schemas.openxmlformats.org/officeDocument/2006/relationships/image" Target="../media/image207.png"/><Relationship Id="rId10" Type="http://schemas.openxmlformats.org/officeDocument/2006/relationships/image" Target="../media/image206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8.png"/><Relationship Id="rId8" Type="http://schemas.openxmlformats.org/officeDocument/2006/relationships/image" Target="../media/image217.png"/><Relationship Id="rId7" Type="http://schemas.openxmlformats.org/officeDocument/2006/relationships/image" Target="../media/image216.png"/><Relationship Id="rId6" Type="http://schemas.openxmlformats.org/officeDocument/2006/relationships/image" Target="../media/image215.png"/><Relationship Id="rId5" Type="http://schemas.openxmlformats.org/officeDocument/2006/relationships/image" Target="../media/image214.png"/><Relationship Id="rId4" Type="http://schemas.openxmlformats.org/officeDocument/2006/relationships/image" Target="../media/image213.png"/><Relationship Id="rId3" Type="http://schemas.openxmlformats.org/officeDocument/2006/relationships/image" Target="../media/image201.png"/><Relationship Id="rId22" Type="http://schemas.openxmlformats.org/officeDocument/2006/relationships/notesSlide" Target="../notesSlides/notesSlide22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12.png"/><Relationship Id="rId2" Type="http://schemas.openxmlformats.org/officeDocument/2006/relationships/image" Target="../media/image200.png"/><Relationship Id="rId19" Type="http://schemas.openxmlformats.org/officeDocument/2006/relationships/image" Target="../media/image211.png"/><Relationship Id="rId18" Type="http://schemas.openxmlformats.org/officeDocument/2006/relationships/image" Target="../media/image210.png"/><Relationship Id="rId17" Type="http://schemas.openxmlformats.org/officeDocument/2006/relationships/image" Target="../media/image81.png"/><Relationship Id="rId16" Type="http://schemas.openxmlformats.org/officeDocument/2006/relationships/image" Target="../media/image224.png"/><Relationship Id="rId15" Type="http://schemas.openxmlformats.org/officeDocument/2006/relationships/image" Target="../media/image223.png"/><Relationship Id="rId14" Type="http://schemas.openxmlformats.org/officeDocument/2006/relationships/image" Target="../media/image222.png"/><Relationship Id="rId13" Type="http://schemas.openxmlformats.org/officeDocument/2006/relationships/image" Target="../media/image221.png"/><Relationship Id="rId12" Type="http://schemas.openxmlformats.org/officeDocument/2006/relationships/image" Target="../media/image220.png"/><Relationship Id="rId11" Type="http://schemas.openxmlformats.org/officeDocument/2006/relationships/image" Target="../media/image101.png"/><Relationship Id="rId10" Type="http://schemas.openxmlformats.org/officeDocument/2006/relationships/image" Target="../media/image219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7.png"/><Relationship Id="rId8" Type="http://schemas.openxmlformats.org/officeDocument/2006/relationships/image" Target="../media/image81.png"/><Relationship Id="rId7" Type="http://schemas.openxmlformats.org/officeDocument/2006/relationships/image" Target="../media/image227.png"/><Relationship Id="rId6" Type="http://schemas.openxmlformats.org/officeDocument/2006/relationships/image" Target="../media/image101.png"/><Relationship Id="rId5" Type="http://schemas.openxmlformats.org/officeDocument/2006/relationships/image" Target="../media/image226.png"/><Relationship Id="rId4" Type="http://schemas.openxmlformats.org/officeDocument/2006/relationships/image" Target="../media/image225.png"/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7" Type="http://schemas.openxmlformats.org/officeDocument/2006/relationships/notesSlide" Target="../notesSlides/notesSlide2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12.png"/><Relationship Id="rId14" Type="http://schemas.openxmlformats.org/officeDocument/2006/relationships/image" Target="../media/image118.png"/><Relationship Id="rId13" Type="http://schemas.openxmlformats.org/officeDocument/2006/relationships/image" Target="../media/image117.png"/><Relationship Id="rId12" Type="http://schemas.openxmlformats.org/officeDocument/2006/relationships/image" Target="../media/image230.png"/><Relationship Id="rId11" Type="http://schemas.openxmlformats.org/officeDocument/2006/relationships/image" Target="../media/image229.png"/><Relationship Id="rId10" Type="http://schemas.openxmlformats.org/officeDocument/2006/relationships/image" Target="../media/image228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4.png"/><Relationship Id="rId8" Type="http://schemas.openxmlformats.org/officeDocument/2006/relationships/image" Target="../media/image233.png"/><Relationship Id="rId7" Type="http://schemas.openxmlformats.org/officeDocument/2006/relationships/image" Target="../media/image232.png"/><Relationship Id="rId6" Type="http://schemas.openxmlformats.org/officeDocument/2006/relationships/image" Target="../media/image56.png"/><Relationship Id="rId5" Type="http://schemas.openxmlformats.org/officeDocument/2006/relationships/image" Target="../media/image101.png"/><Relationship Id="rId4" Type="http://schemas.openxmlformats.org/officeDocument/2006/relationships/image" Target="../media/image231.png"/><Relationship Id="rId3" Type="http://schemas.openxmlformats.org/officeDocument/2006/relationships/image" Target="../media/image15.png"/><Relationship Id="rId20" Type="http://schemas.openxmlformats.org/officeDocument/2006/relationships/notesSlide" Target="../notesSlides/notesSlide24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png"/><Relationship Id="rId17" Type="http://schemas.openxmlformats.org/officeDocument/2006/relationships/image" Target="../media/image118.png"/><Relationship Id="rId16" Type="http://schemas.openxmlformats.org/officeDocument/2006/relationships/image" Target="../media/image117.png"/><Relationship Id="rId15" Type="http://schemas.openxmlformats.org/officeDocument/2006/relationships/image" Target="../media/image126.png"/><Relationship Id="rId14" Type="http://schemas.openxmlformats.org/officeDocument/2006/relationships/image" Target="../media/image105.png"/><Relationship Id="rId13" Type="http://schemas.openxmlformats.org/officeDocument/2006/relationships/image" Target="../media/image238.png"/><Relationship Id="rId12" Type="http://schemas.openxmlformats.org/officeDocument/2006/relationships/image" Target="../media/image237.png"/><Relationship Id="rId11" Type="http://schemas.openxmlformats.org/officeDocument/2006/relationships/image" Target="../media/image236.png"/><Relationship Id="rId10" Type="http://schemas.openxmlformats.org/officeDocument/2006/relationships/image" Target="../media/image235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44.png"/><Relationship Id="rId7" Type="http://schemas.openxmlformats.org/officeDocument/2006/relationships/image" Target="../media/image243.png"/><Relationship Id="rId6" Type="http://schemas.openxmlformats.org/officeDocument/2006/relationships/image" Target="../media/image242.png"/><Relationship Id="rId5" Type="http://schemas.openxmlformats.org/officeDocument/2006/relationships/image" Target="../media/image241.png"/><Relationship Id="rId4" Type="http://schemas.openxmlformats.org/officeDocument/2006/relationships/image" Target="../media/image240.png"/><Relationship Id="rId3" Type="http://schemas.openxmlformats.org/officeDocument/2006/relationships/image" Target="../media/image239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25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1.png"/><Relationship Id="rId8" Type="http://schemas.openxmlformats.org/officeDocument/2006/relationships/image" Target="../media/image250.png"/><Relationship Id="rId7" Type="http://schemas.openxmlformats.org/officeDocument/2006/relationships/image" Target="../media/image249.png"/><Relationship Id="rId6" Type="http://schemas.openxmlformats.org/officeDocument/2006/relationships/image" Target="../media/image248.png"/><Relationship Id="rId5" Type="http://schemas.openxmlformats.org/officeDocument/2006/relationships/image" Target="../media/image247.png"/><Relationship Id="rId4" Type="http://schemas.openxmlformats.org/officeDocument/2006/relationships/image" Target="../media/image246.png"/><Relationship Id="rId3" Type="http://schemas.openxmlformats.org/officeDocument/2006/relationships/image" Target="../media/image245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6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9.png"/><Relationship Id="rId8" Type="http://schemas.openxmlformats.org/officeDocument/2006/relationships/image" Target="../media/image258.png"/><Relationship Id="rId7" Type="http://schemas.openxmlformats.org/officeDocument/2006/relationships/image" Target="../media/image257.png"/><Relationship Id="rId6" Type="http://schemas.openxmlformats.org/officeDocument/2006/relationships/image" Target="../media/image256.png"/><Relationship Id="rId5" Type="http://schemas.openxmlformats.org/officeDocument/2006/relationships/image" Target="../media/image255.png"/><Relationship Id="rId4" Type="http://schemas.openxmlformats.org/officeDocument/2006/relationships/image" Target="../media/image254.png"/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6" Type="http://schemas.openxmlformats.org/officeDocument/2006/relationships/notesSlide" Target="../notesSlides/notesSlide27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64.png"/><Relationship Id="rId13" Type="http://schemas.openxmlformats.org/officeDocument/2006/relationships/image" Target="../media/image263.png"/><Relationship Id="rId12" Type="http://schemas.openxmlformats.org/officeDocument/2006/relationships/image" Target="../media/image262.png"/><Relationship Id="rId11" Type="http://schemas.openxmlformats.org/officeDocument/2006/relationships/image" Target="../media/image261.png"/><Relationship Id="rId10" Type="http://schemas.openxmlformats.org/officeDocument/2006/relationships/image" Target="../media/image260.png"/><Relationship Id="rId1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8.png"/><Relationship Id="rId8" Type="http://schemas.openxmlformats.org/officeDocument/2006/relationships/image" Target="../media/image266.png"/><Relationship Id="rId7" Type="http://schemas.openxmlformats.org/officeDocument/2006/relationships/image" Target="../media/image265.png"/><Relationship Id="rId6" Type="http://schemas.openxmlformats.org/officeDocument/2006/relationships/image" Target="../media/image256.png"/><Relationship Id="rId5" Type="http://schemas.openxmlformats.org/officeDocument/2006/relationships/image" Target="../media/image255.png"/><Relationship Id="rId4" Type="http://schemas.openxmlformats.org/officeDocument/2006/relationships/image" Target="../media/image254.png"/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6" Type="http://schemas.openxmlformats.org/officeDocument/2006/relationships/notesSlide" Target="../notesSlides/notesSlide2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70.png"/><Relationship Id="rId13" Type="http://schemas.openxmlformats.org/officeDocument/2006/relationships/image" Target="../media/image263.png"/><Relationship Id="rId12" Type="http://schemas.openxmlformats.org/officeDocument/2006/relationships/image" Target="../media/image269.png"/><Relationship Id="rId11" Type="http://schemas.openxmlformats.org/officeDocument/2006/relationships/image" Target="../media/image268.png"/><Relationship Id="rId10" Type="http://schemas.openxmlformats.org/officeDocument/2006/relationships/image" Target="../media/image267.png"/><Relationship Id="rId1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5.png"/><Relationship Id="rId8" Type="http://schemas.openxmlformats.org/officeDocument/2006/relationships/image" Target="../media/image274.png"/><Relationship Id="rId7" Type="http://schemas.openxmlformats.org/officeDocument/2006/relationships/image" Target="../media/image273.png"/><Relationship Id="rId6" Type="http://schemas.openxmlformats.org/officeDocument/2006/relationships/image" Target="../media/image272.png"/><Relationship Id="rId5" Type="http://schemas.openxmlformats.org/officeDocument/2006/relationships/image" Target="../media/image120.png"/><Relationship Id="rId4" Type="http://schemas.openxmlformats.org/officeDocument/2006/relationships/image" Target="../media/image271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29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18.png"/><Relationship Id="rId15" Type="http://schemas.openxmlformats.org/officeDocument/2006/relationships/image" Target="../media/image117.png"/><Relationship Id="rId14" Type="http://schemas.openxmlformats.org/officeDocument/2006/relationships/image" Target="../media/image280.png"/><Relationship Id="rId13" Type="http://schemas.openxmlformats.org/officeDocument/2006/relationships/image" Target="../media/image279.png"/><Relationship Id="rId12" Type="http://schemas.openxmlformats.org/officeDocument/2006/relationships/image" Target="../media/image278.png"/><Relationship Id="rId11" Type="http://schemas.openxmlformats.org/officeDocument/2006/relationships/image" Target="../media/image277.png"/><Relationship Id="rId10" Type="http://schemas.openxmlformats.org/officeDocument/2006/relationships/image" Target="../media/image276.png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8.png"/><Relationship Id="rId8" Type="http://schemas.openxmlformats.org/officeDocument/2006/relationships/image" Target="../media/image287.png"/><Relationship Id="rId7" Type="http://schemas.openxmlformats.org/officeDocument/2006/relationships/image" Target="../media/image286.png"/><Relationship Id="rId6" Type="http://schemas.openxmlformats.org/officeDocument/2006/relationships/image" Target="../media/image285.png"/><Relationship Id="rId5" Type="http://schemas.openxmlformats.org/officeDocument/2006/relationships/image" Target="../media/image284.png"/><Relationship Id="rId4" Type="http://schemas.openxmlformats.org/officeDocument/2006/relationships/image" Target="../media/image283.png"/><Relationship Id="rId3" Type="http://schemas.openxmlformats.org/officeDocument/2006/relationships/image" Target="../media/image282.png"/><Relationship Id="rId2" Type="http://schemas.openxmlformats.org/officeDocument/2006/relationships/image" Target="../media/image281.png"/><Relationship Id="rId11" Type="http://schemas.openxmlformats.org/officeDocument/2006/relationships/notesSlide" Target="../notesSlides/notesSlide3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sp>
        <p:nvSpPr>
          <p:cNvPr id="1048586" name="标题 1"/>
          <p:cNvSpPr>
            <a:spLocks noGrp="1"/>
          </p:cNvSpPr>
          <p:nvPr/>
        </p:nvSpPr>
        <p:spPr>
          <a:xfrm>
            <a:off x="5020310" y="222250"/>
            <a:ext cx="6526530" cy="472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400">
                <a:latin typeface="+mn-ea"/>
                <a:ea typeface="+mn-ea"/>
                <a:cs typeface="+mn-ea"/>
              </a:rPr>
              <a:t>个人简介：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毕业于泸州医学院，擅长冠脉及结构性心脏病介入。南方会及广州CTO峰会主席团成员。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参加韩国峨山医院TCPAP2017介入培训。2017年获得介入直通车全国决赛亚军。2022年Vitaflow菁英赛全国二等奖。</a:t>
            </a:r>
            <a:endParaRPr lang="zh-CN" altLang="en-US" sz="2400">
              <a:latin typeface="+mn-ea"/>
              <a:ea typeface="+mn-ea"/>
              <a:cs typeface="+mn-ea"/>
            </a:endParaRPr>
          </a:p>
        </p:txBody>
      </p:sp>
      <p:sp>
        <p:nvSpPr>
          <p:cNvPr id="1048587" name="副标题 2"/>
          <p:cNvSpPr>
            <a:spLocks noGrp="1"/>
          </p:cNvSpPr>
          <p:nvPr/>
        </p:nvSpPr>
        <p:spPr>
          <a:xfrm>
            <a:off x="730250" y="4470400"/>
            <a:ext cx="4184015" cy="12204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</a:pPr>
            <a:r>
              <a:rPr lang="zh-CN" altLang="en-US" b="1"/>
              <a:t>成都市第五人民医院</a:t>
            </a:r>
            <a:br>
              <a:rPr lang="zh-CN" altLang="en-US" b="1"/>
            </a:br>
            <a:r>
              <a:rPr lang="zh-CN" altLang="en-US" b="1"/>
              <a:t>刘朝晖</a:t>
            </a:r>
            <a:endParaRPr lang="zh-CN" altLang="en-US" b="1"/>
          </a:p>
        </p:txBody>
      </p:sp>
      <p:pic>
        <p:nvPicPr>
          <p:cNvPr id="2097152" name="图片 3" descr="1361671524912_.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" y="596900"/>
            <a:ext cx="38735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189" y="457189"/>
            <a:ext cx="11286462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中国医院等级金字塔分布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1047724"/>
            <a:ext cx="457189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189" y="1314417"/>
            <a:ext cx="5666853" cy="53338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中国医疗机构呈现典型的</a:t>
            </a:r>
            <a:r>
              <a:rPr lang="en-US" sz="12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倒金字塔结构</a:t>
            </a: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，优质医疗资源高度集中，而承担基础诊疗服务的基层机构数量庞大。</a:t>
            </a:r>
            <a:endParaRPr lang="en-US" sz="127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00200"/>
            <a:ext cx="5657709" cy="657209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143071"/>
            <a:ext cx="304792" cy="304792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33" y="2228794"/>
            <a:ext cx="152396" cy="1333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000100" y="2124022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顶级医院（复旦百强）</a:t>
            </a:r>
            <a:endParaRPr lang="en-US" sz="1120" dirty="0"/>
          </a:p>
        </p:txBody>
      </p:sp>
      <p:sp>
        <p:nvSpPr>
          <p:cNvPr id="10" name="Text 3"/>
          <p:cNvSpPr/>
          <p:nvPr/>
        </p:nvSpPr>
        <p:spPr>
          <a:xfrm>
            <a:off x="1000100" y="2352616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，仅分布在23个城市，超过90%的地级市无百强医院。</a:t>
            </a:r>
            <a:endParaRPr lang="en-US" sz="97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2762181"/>
            <a:ext cx="5657709" cy="828654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905052"/>
            <a:ext cx="304792" cy="304792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2990775"/>
            <a:ext cx="171446" cy="133347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00100" y="2886003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三甲医院</a:t>
            </a:r>
            <a:endParaRPr lang="en-US" sz="1120" dirty="0"/>
          </a:p>
        </p:txBody>
      </p:sp>
      <p:sp>
        <p:nvSpPr>
          <p:cNvPr id="15" name="Text 5"/>
          <p:cNvSpPr/>
          <p:nvPr/>
        </p:nvSpPr>
        <p:spPr>
          <a:xfrm>
            <a:off x="1000100" y="3124122"/>
            <a:ext cx="5000119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1,876家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，占全国医院总数不足5%，却承担了最大比例的诊疗量（2024年28.7亿人次），虹吸效应严重。</a:t>
            </a:r>
            <a:endParaRPr lang="en-US" sz="97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695608"/>
            <a:ext cx="5657709" cy="657209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838479"/>
            <a:ext cx="304792" cy="304792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3924202"/>
            <a:ext cx="171446" cy="133347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000100" y="3819430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其他医院</a:t>
            </a:r>
            <a:endParaRPr lang="en-US" sz="1120" dirty="0"/>
          </a:p>
        </p:txBody>
      </p:sp>
      <p:sp>
        <p:nvSpPr>
          <p:cNvPr id="20" name="Text 7"/>
          <p:cNvSpPr/>
          <p:nvPr/>
        </p:nvSpPr>
        <p:spPr>
          <a:xfrm>
            <a:off x="1000100" y="4057549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包括三乙、二级、一级及未定级医院，合计约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3.7万家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，是连接顶层与基层的关键环节。</a:t>
            </a:r>
            <a:endParaRPr lang="en-US" sz="97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89" y="4467113"/>
            <a:ext cx="5657709" cy="828654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60" y="4609985"/>
            <a:ext cx="304792" cy="304792"/>
          </a:xfrm>
          <a:prstGeom prst="rect">
            <a:avLst/>
          </a:prstGeom>
        </p:spPr>
      </p:pic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83" y="4695708"/>
            <a:ext cx="152396" cy="133347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1019150" y="4590935"/>
            <a:ext cx="498107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基层医疗卫生机构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1019150" y="4819530"/>
            <a:ext cx="498107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105.5万个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，构成服务体系的绝对主体。其中村卫生室（56.0万）和诊所（42.4万）占比最高，是服务民众的"第一道防线"。</a:t>
            </a:r>
            <a:endParaRPr lang="en-US" sz="97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189" y="5810105"/>
            <a:ext cx="5657709" cy="561961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189" y="5972026"/>
            <a:ext cx="104772" cy="133347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57189" y="5962501"/>
            <a:ext cx="5419209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庞大的基层机构数量与有限的诊疗能力形成巨大反差，为医疗AI系统提供了广阔的应用空间。</a:t>
            </a:r>
            <a:endParaRPr lang="en-US" sz="105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5888" y="1276318"/>
            <a:ext cx="5238619" cy="5124322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6695908" y="1476338"/>
            <a:ext cx="484772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中国医疗机构数量分布</a:t>
            </a:r>
            <a:endParaRPr lang="en-US" sz="1350" dirty="0"/>
          </a:p>
        </p:txBody>
      </p:sp>
      <p:sp>
        <p:nvSpPr>
          <p:cNvPr id="31" name="Text 12"/>
          <p:cNvSpPr/>
          <p:nvPr/>
        </p:nvSpPr>
        <p:spPr>
          <a:xfrm>
            <a:off x="6695908" y="1771606"/>
            <a:ext cx="484772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单位：家/个（采用对数坐标展示数量级差异）</a:t>
            </a:r>
            <a:endParaRPr lang="en-US" sz="9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5908" y="2019250"/>
            <a:ext cx="4838579" cy="4181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>
            <p:custDataLst>
              <p:tags r:id="rId10"/>
            </p:custDataLst>
          </p:nvPr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>
            <p:custDataLst>
              <p:tags r:id="rId11"/>
            </p:custDataLst>
          </p:nvPr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/>
              <a:t>诊断编码的完整性与准确性不足，将直接影响</a:t>
            </a:r>
            <a:r>
              <a:rPr lang="en-US" altLang="zh-CN" sz="1050" dirty="0"/>
              <a:t>DRG</a:t>
            </a:r>
            <a:r>
              <a:rPr lang="zh-CN" altLang="en-US" sz="1050" dirty="0"/>
              <a:t>分组的精准度，导致医保支付未能充分反映医疗机构的实际服务成本与医疗价值。</a:t>
            </a:r>
            <a:endParaRPr lang="zh-CN" alt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6"/>
            </p:custDataLst>
          </p:nvPr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>
            <p:custDataLst>
              <p:tags r:id="rId17"/>
            </p:custDataLst>
          </p:nvPr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22"/>
            </p:custDataLst>
          </p:nvPr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>
            <p:custDataLst>
              <p:tags r:id="rId23"/>
            </p:custDataLst>
          </p:nvPr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8"/>
            </p:custDataLst>
          </p:nvPr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>
            <p:custDataLst>
              <p:tags r:id="rId29"/>
            </p:custDataLst>
          </p:nvPr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4"/>
            </p:custDataLst>
          </p:nvPr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>
            <p:custDataLst>
              <p:tags r:id="rId35"/>
            </p:custDataLst>
          </p:nvPr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>
            <p:custDataLst>
              <p:tags r:id="rId40"/>
            </p:custDataLst>
          </p:nvPr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>
            <p:custDataLst>
              <p:tags r:id="rId41"/>
            </p:custDataLst>
          </p:nvPr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>
            <p:custDataLst>
              <p:tags r:id="rId46"/>
            </p:custDataLst>
          </p:nvPr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>
            <p:custDataLst>
              <p:tags r:id="rId47"/>
            </p:custDataLst>
          </p:nvPr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48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49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>
            <p:custDataLst>
              <p:tags r:id="rId50"/>
            </p:custDataLst>
          </p:nvPr>
        </p:nvPicPr>
        <p:blipFill>
          <a:blip r:embed="rId5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Clinical Value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  <a:sym typeface="+mn-ea"/>
              </a:rPr>
              <a:t>AI智能眼镜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临床核心价值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1052448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AI智能眼镜在医疗场景中的关键效益与价值创造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2057349"/>
            <a:ext cx="3381290" cy="381943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95468"/>
            <a:ext cx="380990" cy="38099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8714" y="2400240"/>
            <a:ext cx="152396" cy="171446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800180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查房场景价值</a:t>
            </a:r>
            <a:endParaRPr lang="en-US" sz="1500" dirty="0"/>
          </a:p>
        </p:txBody>
      </p:sp>
      <p:sp>
        <p:nvSpPr>
          <p:cNvPr id="15" name="Text 4"/>
          <p:cNvSpPr/>
          <p:nvPr/>
        </p:nvSpPr>
        <p:spPr>
          <a:xfrm>
            <a:off x="1304892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6" name="Text 5"/>
          <p:cNvSpPr/>
          <p:nvPr/>
        </p:nvSpPr>
        <p:spPr>
          <a:xfrm>
            <a:off x="1495388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全程面向患者沟通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：通过语音向AI提问，AR叠加显示患者病情摘要、检验结果、用药方案</a:t>
            </a:r>
            <a:endParaRPr lang="en-US" sz="1050" dirty="0"/>
          </a:p>
        </p:txBody>
      </p:sp>
      <p:sp>
        <p:nvSpPr>
          <p:cNvPr id="17" name="Text 6"/>
          <p:cNvSpPr/>
          <p:nvPr/>
        </p:nvSpPr>
        <p:spPr>
          <a:xfrm>
            <a:off x="1304892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7"/>
          <p:cNvSpPr/>
          <p:nvPr/>
        </p:nvSpPr>
        <p:spPr>
          <a:xfrm>
            <a:off x="1495388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提升医患信任感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：无需低头查看设备，自然交流增强患者满意度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304892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95388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信息获取零中断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：实时获取关键信息，保持诊疗连续性</a:t>
            </a:r>
            <a:endParaRPr lang="en-US" sz="105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8559" y="2057349"/>
            <a:ext cx="3381290" cy="3819430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678" y="2295468"/>
            <a:ext cx="380990" cy="38099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1926" y="2400240"/>
            <a:ext cx="200020" cy="171446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5371966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手术场景价值</a:t>
            </a:r>
            <a:endParaRPr lang="en-US" sz="1500" dirty="0"/>
          </a:p>
        </p:txBody>
      </p:sp>
      <p:sp>
        <p:nvSpPr>
          <p:cNvPr id="25" name="Text 11"/>
          <p:cNvSpPr/>
          <p:nvPr/>
        </p:nvSpPr>
        <p:spPr>
          <a:xfrm>
            <a:off x="4876678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057649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无菌操作保障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：语音交互避免触碰非无菌设备，降低感染风险</a:t>
            </a:r>
            <a:endParaRPr lang="en-US" sz="1050" dirty="0"/>
          </a:p>
        </p:txBody>
      </p:sp>
      <p:sp>
        <p:nvSpPr>
          <p:cNvPr id="27" name="Text 13"/>
          <p:cNvSpPr/>
          <p:nvPr/>
        </p:nvSpPr>
        <p:spPr>
          <a:xfrm>
            <a:off x="4876678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8" name="Text 14"/>
          <p:cNvSpPr/>
          <p:nvPr/>
        </p:nvSpPr>
        <p:spPr>
          <a:xfrm>
            <a:off x="5057649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快速决策支持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：术中实时获取并发症处置方案、药物剂量、类似病例参考</a:t>
            </a:r>
            <a:endParaRPr lang="en-US" sz="1050" dirty="0"/>
          </a:p>
        </p:txBody>
      </p:sp>
      <p:sp>
        <p:nvSpPr>
          <p:cNvPr id="29" name="Text 15"/>
          <p:cNvSpPr/>
          <p:nvPr/>
        </p:nvSpPr>
        <p:spPr>
          <a:xfrm>
            <a:off x="4876678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0" name="Text 16"/>
          <p:cNvSpPr/>
          <p:nvPr/>
        </p:nvSpPr>
        <p:spPr>
          <a:xfrm>
            <a:off x="5057649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减少医疗差错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：AI基于实时数据提供个性化建议，降低人为记忆误差</a:t>
            </a:r>
            <a:endParaRPr lang="en-US" sz="10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2057349"/>
            <a:ext cx="3381290" cy="3819430"/>
          </a:xfrm>
          <a:prstGeom prst="rect">
            <a:avLst/>
          </a:prstGeom>
        </p:spPr>
      </p:pic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95468"/>
            <a:ext cx="380990" cy="380990"/>
          </a:xfrm>
          <a:prstGeom prst="rect">
            <a:avLst/>
          </a:prstGeom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53236" y="2400240"/>
            <a:ext cx="171446" cy="171446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8943751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整体临床效益</a:t>
            </a:r>
            <a:endParaRPr lang="en-US" sz="1500" dirty="0"/>
          </a:p>
        </p:txBody>
      </p:sp>
      <p:sp>
        <p:nvSpPr>
          <p:cNvPr id="35" name="Text 18"/>
          <p:cNvSpPr/>
          <p:nvPr/>
        </p:nvSpPr>
        <p:spPr>
          <a:xfrm>
            <a:off x="8448464" y="2924102"/>
            <a:ext cx="85342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6" name="Text 19"/>
          <p:cNvSpPr/>
          <p:nvPr/>
        </p:nvSpPr>
        <p:spPr>
          <a:xfrm>
            <a:off x="8629434" y="2866953"/>
            <a:ext cx="26760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沟通效率提升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：医患面对面交流时间显著增加</a:t>
            </a:r>
            <a:endParaRPr lang="en-US" sz="1050" dirty="0"/>
          </a:p>
        </p:txBody>
      </p:sp>
      <p:sp>
        <p:nvSpPr>
          <p:cNvPr id="37" name="Text 20"/>
          <p:cNvSpPr/>
          <p:nvPr/>
        </p:nvSpPr>
        <p:spPr>
          <a:xfrm>
            <a:off x="8448464" y="3286043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8" name="Text 21"/>
          <p:cNvSpPr/>
          <p:nvPr/>
        </p:nvSpPr>
        <p:spPr>
          <a:xfrm>
            <a:off x="8629434" y="322889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决策风险降低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：高压环境下提供快速、准确的循证建议</a:t>
            </a:r>
            <a:endParaRPr lang="en-US" sz="1050" dirty="0"/>
          </a:p>
        </p:txBody>
      </p:sp>
      <p:sp>
        <p:nvSpPr>
          <p:cNvPr id="39" name="Text 22"/>
          <p:cNvSpPr/>
          <p:nvPr/>
        </p:nvSpPr>
        <p:spPr>
          <a:xfrm>
            <a:off x="8448464" y="387657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0" name="Text 23"/>
          <p:cNvSpPr/>
          <p:nvPr/>
        </p:nvSpPr>
        <p:spPr>
          <a:xfrm>
            <a:off x="8629434" y="3819430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工作流程优化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：语音+手势控制让医生专注于患者本身</a:t>
            </a:r>
            <a:endParaRPr lang="en-US" sz="1050" dirty="0"/>
          </a:p>
        </p:txBody>
      </p:sp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458189" y="6172046"/>
            <a:ext cx="304792" cy="9525"/>
          </a:xfrm>
          <a:prstGeom prst="rect">
            <a:avLst/>
          </a:prstGeom>
        </p:spPr>
      </p:pic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39179" y="6095848"/>
            <a:ext cx="752456" cy="152396"/>
          </a:xfrm>
          <a:prstGeom prst="rect">
            <a:avLst/>
          </a:prstGeom>
        </p:spPr>
      </p:pic>
      <p:sp>
        <p:nvSpPr>
          <p:cNvPr id="43" name="Text 24"/>
          <p:cNvSpPr/>
          <p:nvPr/>
        </p:nvSpPr>
        <p:spPr>
          <a:xfrm>
            <a:off x="10839179" y="6095848"/>
            <a:ext cx="7616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MEDICAL AI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77122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微服务架构设计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为集成智能眼镜，我们在现有系统基础上扩展轻量化微服务，实现无缝对接与高效协同。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1981150"/>
            <a:ext cx="3381290" cy="3895628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19270"/>
            <a:ext cx="2905052" cy="542911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2219270"/>
            <a:ext cx="380990" cy="38099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400140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1350" dirty="0"/>
          </a:p>
        </p:txBody>
      </p:sp>
      <p:sp>
        <p:nvSpPr>
          <p:cNvPr id="15" name="Text 4"/>
          <p:cNvSpPr/>
          <p:nvPr/>
        </p:nvSpPr>
        <p:spPr>
          <a:xfrm>
            <a:off x="1800180" y="2276418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终端接入层</a:t>
            </a:r>
            <a:endParaRPr lang="en-US" sz="1500" dirty="0"/>
          </a:p>
        </p:txBody>
      </p:sp>
      <p:sp>
        <p:nvSpPr>
          <p:cNvPr id="16" name="Text 5"/>
          <p:cNvSpPr/>
          <p:nvPr/>
        </p:nvSpPr>
        <p:spPr>
          <a:xfrm>
            <a:off x="1304892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7" name="Text 6"/>
          <p:cNvSpPr/>
          <p:nvPr/>
        </p:nvSpPr>
        <p:spPr>
          <a:xfrm>
            <a:off x="1495388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：作为新型移动终端，通过专用SDK接入系统</a:t>
            </a:r>
            <a:endParaRPr lang="en-US" sz="1050" dirty="0"/>
          </a:p>
        </p:txBody>
      </p:sp>
      <p:sp>
        <p:nvSpPr>
          <p:cNvPr id="18" name="Text 7"/>
          <p:cNvSpPr/>
          <p:nvPr/>
        </p:nvSpPr>
        <p:spPr>
          <a:xfrm>
            <a:off x="1304892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9" name="Text 8"/>
          <p:cNvSpPr/>
          <p:nvPr/>
        </p:nvSpPr>
        <p:spPr>
          <a:xfrm>
            <a:off x="1495388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语音交互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：复用现有语音识别能力，实现免提操作</a:t>
            </a:r>
            <a:endParaRPr lang="en-US" sz="1050" dirty="0"/>
          </a:p>
        </p:txBody>
      </p:sp>
      <p:sp>
        <p:nvSpPr>
          <p:cNvPr id="20" name="Text 9"/>
          <p:cNvSpPr/>
          <p:nvPr/>
        </p:nvSpPr>
        <p:spPr>
          <a:xfrm>
            <a:off x="1304892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1" name="Text 10"/>
          <p:cNvSpPr/>
          <p:nvPr/>
        </p:nvSpPr>
        <p:spPr>
          <a:xfrm>
            <a:off x="1495388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AR显示引擎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：负责将AI返回信息渲染为AR叠加层</a:t>
            </a:r>
            <a:endParaRPr lang="en-US" sz="105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9014" y="3819430"/>
            <a:ext cx="114297" cy="171446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8559" y="1981150"/>
            <a:ext cx="3381290" cy="3895628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6678" y="2219270"/>
            <a:ext cx="2905052" cy="54291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6678" y="2219270"/>
            <a:ext cx="380990" cy="38099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4971926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1350" dirty="0"/>
          </a:p>
        </p:txBody>
      </p:sp>
      <p:sp>
        <p:nvSpPr>
          <p:cNvPr id="27" name="Text 12"/>
          <p:cNvSpPr/>
          <p:nvPr/>
        </p:nvSpPr>
        <p:spPr>
          <a:xfrm>
            <a:off x="5371966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微服务集成层</a:t>
            </a:r>
            <a:endParaRPr lang="en-US" sz="1500" dirty="0"/>
          </a:p>
        </p:txBody>
      </p:sp>
      <p:sp>
        <p:nvSpPr>
          <p:cNvPr id="28" name="Text 13"/>
          <p:cNvSpPr/>
          <p:nvPr/>
        </p:nvSpPr>
        <p:spPr>
          <a:xfrm>
            <a:off x="4876678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9" name="Text 14"/>
          <p:cNvSpPr/>
          <p:nvPr/>
        </p:nvSpPr>
        <p:spPr>
          <a:xfrm>
            <a:off x="5057649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智能眼镜网关服务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：统一处理眼镜端的认证、请求路由与协议转换</a:t>
            </a:r>
            <a:endParaRPr lang="en-US" sz="1050" dirty="0"/>
          </a:p>
        </p:txBody>
      </p:sp>
      <p:sp>
        <p:nvSpPr>
          <p:cNvPr id="30" name="Text 15"/>
          <p:cNvSpPr/>
          <p:nvPr/>
        </p:nvSpPr>
        <p:spPr>
          <a:xfrm>
            <a:off x="4876678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1" name="Text 16"/>
          <p:cNvSpPr/>
          <p:nvPr/>
        </p:nvSpPr>
        <p:spPr>
          <a:xfrm>
            <a:off x="5057649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实时消息队列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：确保查房、手术等高并发场景下的低延迟通信</a:t>
            </a:r>
            <a:endParaRPr lang="en-US" sz="1050" dirty="0"/>
          </a:p>
        </p:txBody>
      </p:sp>
      <p:sp>
        <p:nvSpPr>
          <p:cNvPr id="32" name="Text 17"/>
          <p:cNvSpPr/>
          <p:nvPr/>
        </p:nvSpPr>
        <p:spPr>
          <a:xfrm>
            <a:off x="4876678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3" name="Text 18"/>
          <p:cNvSpPr/>
          <p:nvPr/>
        </p:nvSpPr>
        <p:spPr>
          <a:xfrm>
            <a:off x="5057649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安全代理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：继承现有多层安全体系，确保数据传输与隐私合规</a:t>
            </a:r>
            <a:endParaRPr lang="en-US" sz="105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0800" y="3819430"/>
            <a:ext cx="114297" cy="171446"/>
          </a:xfrm>
          <a:prstGeom prst="rect">
            <a:avLst/>
          </a:prstGeom>
        </p:spPr>
      </p:pic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1981150"/>
            <a:ext cx="3381290" cy="3895628"/>
          </a:xfrm>
          <a:prstGeom prst="rect">
            <a:avLst/>
          </a:prstGeom>
        </p:spPr>
      </p:pic>
      <p:pic>
        <p:nvPicPr>
          <p:cNvPr id="36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19270"/>
            <a:ext cx="2905052" cy="542911"/>
          </a:xfrm>
          <a:prstGeom prst="rect">
            <a:avLst/>
          </a:prstGeom>
        </p:spPr>
      </p:pic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8464" y="2219270"/>
            <a:ext cx="380990" cy="380990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8543711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1350" dirty="0"/>
          </a:p>
        </p:txBody>
      </p:sp>
      <p:sp>
        <p:nvSpPr>
          <p:cNvPr id="39" name="Text 20"/>
          <p:cNvSpPr/>
          <p:nvPr/>
        </p:nvSpPr>
        <p:spPr>
          <a:xfrm>
            <a:off x="8943751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核心AI服务层</a:t>
            </a:r>
            <a:endParaRPr lang="en-US" sz="1500" dirty="0"/>
          </a:p>
        </p:txBody>
      </p:sp>
      <p:sp>
        <p:nvSpPr>
          <p:cNvPr id="40" name="Text 21"/>
          <p:cNvSpPr/>
          <p:nvPr/>
        </p:nvSpPr>
        <p:spPr>
          <a:xfrm>
            <a:off x="8448464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1" name="Text 22"/>
          <p:cNvSpPr/>
          <p:nvPr/>
        </p:nvSpPr>
        <p:spPr>
          <a:xfrm>
            <a:off x="8629434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复用现有双服务器架构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：主服务器处理业务逻辑，执行服务器专注AI计算</a:t>
            </a:r>
            <a:endParaRPr lang="en-US" sz="1050" dirty="0"/>
          </a:p>
        </p:txBody>
      </p:sp>
      <p:sp>
        <p:nvSpPr>
          <p:cNvPr id="42" name="Text 23"/>
          <p:cNvSpPr/>
          <p:nvPr/>
        </p:nvSpPr>
        <p:spPr>
          <a:xfrm>
            <a:off x="8448464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3" name="Text 24"/>
          <p:cNvSpPr/>
          <p:nvPr/>
        </p:nvSpPr>
        <p:spPr>
          <a:xfrm>
            <a:off x="8629434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API接口适配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：通过RESTful API与微服务层交互，调用AI诊断、DRG分析等核心能力</a:t>
            </a:r>
            <a:endParaRPr lang="en-US" sz="1050" dirty="0"/>
          </a:p>
        </p:txBody>
      </p:sp>
      <p:sp>
        <p:nvSpPr>
          <p:cNvPr id="44" name="Text 25"/>
          <p:cNvSpPr/>
          <p:nvPr/>
        </p:nvSpPr>
        <p:spPr>
          <a:xfrm>
            <a:off x="8448464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5" name="Text 26"/>
          <p:cNvSpPr/>
          <p:nvPr/>
        </p:nvSpPr>
        <p:spPr>
          <a:xfrm>
            <a:off x="8629434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：根据眼镜场景（如查房、手术）动态优化Prompt模板</a:t>
            </a:r>
            <a:endParaRPr lang="en-US" sz="1050" dirty="0"/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096248" y="6172046"/>
            <a:ext cx="304792" cy="9525"/>
          </a:xfrm>
          <a:prstGeom prst="rect">
            <a:avLst/>
          </a:prstGeom>
        </p:spPr>
      </p:pic>
      <p:pic>
        <p:nvPicPr>
          <p:cNvPr id="47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77238" y="6095848"/>
            <a:ext cx="1114397" cy="152396"/>
          </a:xfrm>
          <a:prstGeom prst="rect">
            <a:avLst/>
          </a:prstGeom>
        </p:spPr>
      </p:pic>
      <p:sp>
        <p:nvSpPr>
          <p:cNvPr id="48" name="Text 27"/>
          <p:cNvSpPr/>
          <p:nvPr/>
        </p:nvSpPr>
        <p:spPr>
          <a:xfrm>
            <a:off x="10477238" y="6095848"/>
            <a:ext cx="11235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MICROSERVICES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7765</Words>
  <Application>WPS 演示</Application>
  <PresentationFormat>On-screen Show (16:9)</PresentationFormat>
  <Paragraphs>1185</Paragraphs>
  <Slides>30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Arial</vt:lpstr>
      <vt:lpstr>宋体</vt:lpstr>
      <vt:lpstr>Wingdings</vt:lpstr>
      <vt:lpstr>等线</vt:lpstr>
      <vt:lpstr>等线</vt:lpstr>
      <vt:lpstr>宋体</vt:lpstr>
      <vt:lpstr>Calibri</vt:lpstr>
      <vt:lpstr>微软雅黑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17</cp:revision>
  <dcterms:created xsi:type="dcterms:W3CDTF">2026-04-15T14:38:00Z</dcterms:created>
  <dcterms:modified xsi:type="dcterms:W3CDTF">2026-05-04T12:11:35Z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EE060652398D49D5B83BB6E56D6F7305_13</vt:lpwstr>
  </property>
</Properties>
</file>